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5"/>
    <p:sldMasterId id="2147483648" r:id="rId6"/>
  </p:sldMasterIdLst>
  <p:notesMasterIdLst>
    <p:notesMasterId r:id="rId9"/>
  </p:notesMasterIdLst>
  <p:sldIdLst>
    <p:sldId id="256" r:id="rId7"/>
    <p:sldId id="257" r:id="rId8"/>
  </p:sldIdLst>
  <p:sldSz cx="12192000" cy="6858000"/>
  <p:notesSz cx="6735763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79127F-47E8-0F77-337A-BB9C040C9DA1}" name="Heckmann Nikola" initials="NH" userId="S::nheckmann@korodur.de::231325cd-7bef-4876-a4c9-2103b4669a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  <a:srgbClr val="BF09BD"/>
    <a:srgbClr val="543254"/>
    <a:srgbClr val="023872"/>
    <a:srgbClr val="FFFFFF"/>
    <a:srgbClr val="003772"/>
    <a:srgbClr val="CFD5EA"/>
    <a:srgbClr val="E16D26"/>
    <a:srgbClr val="F48625"/>
    <a:srgbClr val="F16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9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nski Ekaterina" userId="0d905a8c-5684-464f-bd2e-6ad105f4bc60" providerId="ADAL" clId="{093E7C2F-C03C-40B7-8203-9D64BA8B34F5}"/>
    <pc:docChg chg="addSld">
      <pc:chgData name="Kaminski Ekaterina" userId="0d905a8c-5684-464f-bd2e-6ad105f4bc60" providerId="ADAL" clId="{093E7C2F-C03C-40B7-8203-9D64BA8B34F5}" dt="2025-12-01T09:08:48.037" v="0" actId="680"/>
      <pc:docMkLst>
        <pc:docMk/>
      </pc:docMkLst>
      <pc:sldChg chg="new">
        <pc:chgData name="Kaminski Ekaterina" userId="0d905a8c-5684-464f-bd2e-6ad105f4bc60" providerId="ADAL" clId="{093E7C2F-C03C-40B7-8203-9D64BA8B34F5}" dt="2025-12-01T09:08:48.037" v="0" actId="680"/>
        <pc:sldMkLst>
          <pc:docMk/>
          <pc:sldMk cId="1865524493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A16D-6BB1-406B-B734-344BB6277CD6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58887-2271-4878-A81A-DC64E6E2B6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43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Kunst, Im Haus, Architektur enthält.&#10;&#10;KI-generierte Inhalte können fehlerhaft sein.">
            <a:extLst>
              <a:ext uri="{FF2B5EF4-FFF2-40B4-BE49-F238E27FC236}">
                <a16:creationId xmlns:a16="http://schemas.microsoft.com/office/drawing/2014/main" id="{F0C9EC55-4E51-5D14-2FB7-BB2BA2327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21">
            <a:extLst>
              <a:ext uri="{FF2B5EF4-FFF2-40B4-BE49-F238E27FC236}">
                <a16:creationId xmlns:a16="http://schemas.microsoft.com/office/drawing/2014/main" id="{34BD625D-3DF4-7A90-D15F-B20BD2E46A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8281" y="5216525"/>
            <a:ext cx="3802062" cy="7600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rgbClr val="1E3A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131982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E6CE5FA1-78E7-410D-A55D-BFBF2664CA6E}"/>
              </a:ext>
            </a:extLst>
          </p:cNvPr>
          <p:cNvSpPr/>
          <p:nvPr userDrawn="1"/>
        </p:nvSpPr>
        <p:spPr>
          <a:xfrm>
            <a:off x="0" y="0"/>
            <a:ext cx="5015883" cy="686815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FD25266-A188-417B-9DC5-0F65A481C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3032" y="6163174"/>
            <a:ext cx="690312" cy="470852"/>
          </a:xfrm>
          <a:prstGeom prst="rect">
            <a:avLst/>
          </a:prstGeom>
        </p:spPr>
      </p:pic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10BC5DA-6217-48E0-BE71-FA1253C4AD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181" y="2562225"/>
            <a:ext cx="3802062" cy="1866900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6BC8E05E-3393-4342-BCF4-737628687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4101" y="1370012"/>
            <a:ext cx="6034087" cy="4251325"/>
          </a:xfrm>
        </p:spPr>
        <p:txBody>
          <a:bodyPr/>
          <a:lstStyle>
            <a:lvl1pPr>
              <a:defRPr>
                <a:solidFill>
                  <a:srgbClr val="1E3A5F"/>
                </a:solidFill>
              </a:defRPr>
            </a:lvl1pPr>
            <a:lvl2pPr>
              <a:defRPr>
                <a:solidFill>
                  <a:srgbClr val="1E3A5F"/>
                </a:solidFill>
              </a:defRPr>
            </a:lvl2pPr>
            <a:lvl3pPr>
              <a:defRPr>
                <a:solidFill>
                  <a:srgbClr val="1E3A5F"/>
                </a:solidFill>
              </a:defRPr>
            </a:lvl3pPr>
            <a:lvl4pPr>
              <a:defRPr>
                <a:solidFill>
                  <a:srgbClr val="1E3A5F"/>
                </a:solidFill>
              </a:defRPr>
            </a:lvl4pPr>
            <a:lvl5pPr>
              <a:defRPr>
                <a:solidFill>
                  <a:srgbClr val="1E3A5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6480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Untertit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7E19227-0449-A792-F168-61C5A957CB01}"/>
              </a:ext>
            </a:extLst>
          </p:cNvPr>
          <p:cNvSpPr/>
          <p:nvPr userDrawn="1"/>
        </p:nvSpPr>
        <p:spPr>
          <a:xfrm>
            <a:off x="0" y="-10159"/>
            <a:ext cx="5024761" cy="686815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>
              <a:solidFill>
                <a:srgbClr val="1E3A5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FD25266-A188-417B-9DC5-0F65A481C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3032" y="6163174"/>
            <a:ext cx="690312" cy="470852"/>
          </a:xfrm>
          <a:prstGeom prst="rect">
            <a:avLst/>
          </a:prstGeom>
        </p:spPr>
      </p:pic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10BC5DA-6217-48E0-BE71-FA1253C4AD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181" y="2562225"/>
            <a:ext cx="3802062" cy="76009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6BC8E05E-3393-4342-BCF4-737628687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4101" y="1370012"/>
            <a:ext cx="6034087" cy="4251325"/>
          </a:xfrm>
        </p:spPr>
        <p:txBody>
          <a:bodyPr/>
          <a:lstStyle>
            <a:lvl1pPr>
              <a:defRPr>
                <a:solidFill>
                  <a:srgbClr val="1E3A5F"/>
                </a:solidFill>
              </a:defRPr>
            </a:lvl1pPr>
            <a:lvl2pPr>
              <a:defRPr>
                <a:solidFill>
                  <a:srgbClr val="1E3A5F"/>
                </a:solidFill>
              </a:defRPr>
            </a:lvl2pPr>
            <a:lvl3pPr>
              <a:defRPr>
                <a:solidFill>
                  <a:srgbClr val="1E3A5F"/>
                </a:solidFill>
              </a:defRPr>
            </a:lvl3pPr>
            <a:lvl4pPr>
              <a:defRPr>
                <a:solidFill>
                  <a:srgbClr val="1E3A5F"/>
                </a:solidFill>
              </a:defRPr>
            </a:lvl4pPr>
            <a:lvl5pPr>
              <a:defRPr>
                <a:solidFill>
                  <a:srgbClr val="1E3A5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60EF56-E8DC-46BE-AF63-A7C52EC1A5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181" y="3405822"/>
            <a:ext cx="3802794" cy="285781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Untertitel 1</a:t>
            </a:r>
          </a:p>
          <a:p>
            <a:pPr lvl="0"/>
            <a:r>
              <a:rPr lang="de-DE" dirty="0"/>
              <a:t>Untertitel 2</a:t>
            </a:r>
          </a:p>
        </p:txBody>
      </p:sp>
    </p:spTree>
    <p:extLst>
      <p:ext uri="{BB962C8B-B14F-4D97-AF65-F5344CB8AC3E}">
        <p14:creationId xmlns:p14="http://schemas.microsoft.com/office/powerpoint/2010/main" val="387912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6597D6C-83EE-4AC7-BD23-FEB0D2BEB4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6300" y="0"/>
            <a:ext cx="7505700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10BC5DA-6217-48E0-BE71-FA1253C4AD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181" y="2562225"/>
            <a:ext cx="3802062" cy="76009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rgbClr val="1E3A5F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60EF56-E8DC-46BE-AF63-A7C52EC1A5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181" y="3405822"/>
            <a:ext cx="3802794" cy="285781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1E3A5F"/>
                </a:solidFill>
              </a:defRPr>
            </a:lvl1pPr>
          </a:lstStyle>
          <a:p>
            <a:pPr lvl="0"/>
            <a:r>
              <a:rPr lang="de-DE" dirty="0"/>
              <a:t>Untertitel 1</a:t>
            </a:r>
          </a:p>
          <a:p>
            <a:pPr lvl="0"/>
            <a:r>
              <a:rPr lang="de-DE" dirty="0"/>
              <a:t>Untertitel 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439252-9564-2E13-69AD-57453EAD5C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04" y="6084000"/>
            <a:ext cx="690310" cy="47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8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3AB334B1-8651-4607-9674-9ED3DF6527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66D3BBD-2DEB-4955-A19A-F397F61A8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1505" y="2889408"/>
            <a:ext cx="3328988" cy="525462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00377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7DBCD92-CEC0-45A0-913E-2609E3A76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1421" y="3512820"/>
            <a:ext cx="3329072" cy="38925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1E3A5F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pic>
        <p:nvPicPr>
          <p:cNvPr id="8" name="Grafik 7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D5A83859-FE3E-4E4C-A0D6-EF1AAC14A9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2829" y="6163174"/>
            <a:ext cx="710719" cy="47085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C212B1F-0E70-F810-F030-0A5347C1F4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04" y="6084000"/>
            <a:ext cx="690310" cy="47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uflistung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66D3BBD-2DEB-4955-A19A-F397F61A8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8245" y="1289208"/>
            <a:ext cx="3328988" cy="525462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rgbClr val="1E3A5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7DBCD92-CEC0-45A0-913E-2609E3A76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8245" y="2019300"/>
            <a:ext cx="3329072" cy="38925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1E3A5F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7BC6-365A-9F11-1C7E-E2EA6C608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04" y="6084000"/>
            <a:ext cx="690310" cy="47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0261A2A-1358-A649-A26A-EA54E332FC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04" y="6084000"/>
            <a:ext cx="690310" cy="470851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743673-697B-5C0C-E684-88E2F549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E3A5F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B2D6D8-52AA-839F-27A3-32FEA53FA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1E3A5F"/>
                </a:solidFill>
              </a:defRPr>
            </a:lvl1pPr>
            <a:lvl2pPr>
              <a:defRPr>
                <a:solidFill>
                  <a:srgbClr val="1E3A5F"/>
                </a:solidFill>
              </a:defRPr>
            </a:lvl2pPr>
            <a:lvl3pPr>
              <a:defRPr>
                <a:solidFill>
                  <a:srgbClr val="1E3A5F"/>
                </a:solidFill>
              </a:defRPr>
            </a:lvl3pPr>
            <a:lvl4pPr>
              <a:defRPr>
                <a:solidFill>
                  <a:srgbClr val="1E3A5F"/>
                </a:solidFill>
              </a:defRPr>
            </a:lvl4pPr>
            <a:lvl5pPr>
              <a:defRPr>
                <a:solidFill>
                  <a:srgbClr val="1E3A5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4542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0261A2A-1358-A649-A26A-EA54E332FC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4204" y="6084000"/>
            <a:ext cx="690310" cy="47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3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66D3BBD-2DEB-4955-A19A-F397F61A8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1505" y="2889408"/>
            <a:ext cx="3328988" cy="5254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7DBCD92-CEC0-45A0-913E-2609E3A76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6751" y="3443131"/>
            <a:ext cx="3329072" cy="38925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8278E59-AA36-AEB4-061A-F66D7235037D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2" name="Rechteck: abgerundete Ecken 1">
              <a:extLst>
                <a:ext uri="{FF2B5EF4-FFF2-40B4-BE49-F238E27FC236}">
                  <a16:creationId xmlns:a16="http://schemas.microsoft.com/office/drawing/2014/main" id="{C37F6CC5-3BFF-D97C-FD28-4CB7F18404D0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5F7D266E-E0B9-5B5D-E324-89E1ED6AA5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84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flistungsfolie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66D3BBD-2DEB-4955-A19A-F397F61A8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8245" y="1289208"/>
            <a:ext cx="3328988" cy="525462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7DBCD92-CEC0-45A0-913E-2609E3A76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8245" y="2019300"/>
            <a:ext cx="3329072" cy="38925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189B831-A137-E56A-3AA1-FA896E38CABD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E765AFE9-1B0F-C139-8A0F-7A314315B977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3233E6DF-C8B9-8FFB-0722-2C2D60E6B8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38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nutzerdefiniertes Layout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>
            <a:extLst>
              <a:ext uri="{FF2B5EF4-FFF2-40B4-BE49-F238E27FC236}">
                <a16:creationId xmlns:a16="http://schemas.microsoft.com/office/drawing/2014/main" id="{0B0F2AFD-432B-E7E5-1614-8652FBC0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0E594D2-08D4-E441-EC43-20648B9AC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5B3CF5E-1E1A-ED6D-5E28-AB0025CA3866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0835F86C-48EC-DFE8-83DD-0F655245DE07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DB582DF-46DA-2B77-0057-7705F06427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4489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F25540D-2F84-F3E1-0AD4-A763FF28AE7F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0A6E99E9-C2AF-93D5-223C-5C1411C69700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29768F27-91E3-82E3-26FD-AD78403532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376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BA8CA6-BDCA-6336-0602-49A4E008B2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50" y="2356945"/>
            <a:ext cx="7772400" cy="107205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A4F9C1B-3D4F-5CD7-4E8B-253397B3CF1D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C4330362-1147-2126-4E63-526F84C91318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E7B6131-1734-5FE7-E2CE-5E20304B74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596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BA8CA6-BDCA-6336-0602-49A4E008B2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250" y="2356945"/>
            <a:ext cx="7772400" cy="107205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622E3B0-437D-97D2-8DB7-0BCD506EEA79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069C2987-12A0-8B60-5F94-C744DA8FBC4A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D34B378-5847-6852-A7E9-67C0C0B949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785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el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3D9E080-91B3-DE74-DAE1-FF0EB37F1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1179779"/>
            <a:ext cx="7772400" cy="2931117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2B1D38B-0F62-8A07-3580-92F99480F2C5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AE732178-A161-4A70-69B6-0D0A2B102687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38B4FCC5-6717-E3C3-3D0B-A3B6556692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728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963C8-B0E4-412C-9C7A-AD595DB5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A0EBB6-7E4A-4D9C-A77B-929D7D4D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99E1ED-99A4-49D1-B3DE-44E195A4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F8F487-E234-409B-9287-354A15E6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38426B-6865-46AD-A3CC-13731ADDD268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Inhaltsplatzhalter 19">
            <a:extLst>
              <a:ext uri="{FF2B5EF4-FFF2-40B4-BE49-F238E27FC236}">
                <a16:creationId xmlns:a16="http://schemas.microsoft.com/office/drawing/2014/main" id="{CA8D4375-CE70-4C30-B227-270385C5D52A}"/>
              </a:ext>
            </a:extLst>
          </p:cNvPr>
          <p:cNvPicPr>
            <a:picLocks noGrp="1"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96685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CE0686FD-C984-4B6B-BAEA-E8428D9F5228}"/>
              </a:ext>
            </a:extLst>
          </p:cNvPr>
          <p:cNvSpPr/>
          <p:nvPr userDrawn="1"/>
        </p:nvSpPr>
        <p:spPr>
          <a:xfrm>
            <a:off x="0" y="0"/>
            <a:ext cx="12192000" cy="6966856"/>
          </a:xfrm>
          <a:prstGeom prst="rect">
            <a:avLst/>
          </a:prstGeom>
          <a:solidFill>
            <a:srgbClr val="1E3A5F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83F103FC-817C-4014-BBB0-596F356ED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1505" y="2889408"/>
            <a:ext cx="3328988" cy="525462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9CEA7AD6-4AC1-42CD-942B-5E453FAAB5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1421" y="3512820"/>
            <a:ext cx="3329072" cy="38925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F433523-A979-DAB1-C959-35C0721BCDEC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BFF579EB-8FE2-B5B8-C057-4B37C9F177A9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9CA0D646-D731-7617-0406-BDAA4E9194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4314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963C8-B0E4-412C-9C7A-AD595DB5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A0EBB6-7E4A-4D9C-A77B-929D7D4D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99E1ED-99A4-49D1-B3DE-44E195A4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F8F487-E234-409B-9287-354A15E6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38426B-6865-46AD-A3CC-13731ADDD268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Inhaltsplatzhalter 19">
            <a:extLst>
              <a:ext uri="{FF2B5EF4-FFF2-40B4-BE49-F238E27FC236}">
                <a16:creationId xmlns:a16="http://schemas.microsoft.com/office/drawing/2014/main" id="{CA8D4375-CE70-4C30-B227-270385C5D52A}"/>
              </a:ext>
            </a:extLst>
          </p:cNvPr>
          <p:cNvPicPr>
            <a:picLocks noGrp="1"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96685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CE0686FD-C984-4B6B-BAEA-E8428D9F5228}"/>
              </a:ext>
            </a:extLst>
          </p:cNvPr>
          <p:cNvSpPr/>
          <p:nvPr userDrawn="1"/>
        </p:nvSpPr>
        <p:spPr>
          <a:xfrm>
            <a:off x="0" y="0"/>
            <a:ext cx="12192000" cy="6966856"/>
          </a:xfrm>
          <a:prstGeom prst="rect">
            <a:avLst/>
          </a:prstGeom>
          <a:solidFill>
            <a:srgbClr val="1E3A5F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83F103FC-817C-4014-BBB0-596F356ED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1505" y="2889408"/>
            <a:ext cx="3328988" cy="525462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9CEA7AD6-4AC1-42CD-942B-5E453FAAB5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1421" y="3512820"/>
            <a:ext cx="3329072" cy="38925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C68B450-AD9E-1066-1DEA-D7F274CA12F0}"/>
              </a:ext>
            </a:extLst>
          </p:cNvPr>
          <p:cNvGrpSpPr/>
          <p:nvPr userDrawn="1"/>
        </p:nvGrpSpPr>
        <p:grpSpPr>
          <a:xfrm>
            <a:off x="4791822" y="4402361"/>
            <a:ext cx="2608270" cy="1175413"/>
            <a:chOff x="6218882" y="4398095"/>
            <a:chExt cx="2608270" cy="1175413"/>
          </a:xfrm>
        </p:grpSpPr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5BCE83E8-90D0-612D-00EC-E25AE14F3C59}"/>
                </a:ext>
              </a:extLst>
            </p:cNvPr>
            <p:cNvSpPr/>
            <p:nvPr/>
          </p:nvSpPr>
          <p:spPr>
            <a:xfrm>
              <a:off x="6218882" y="4398095"/>
              <a:ext cx="1174091" cy="1174197"/>
            </a:xfrm>
            <a:custGeom>
              <a:avLst/>
              <a:gdLst>
                <a:gd name="connsiteX0" fmla="*/ 584577 w 1174091"/>
                <a:gd name="connsiteY0" fmla="*/ 1174039 h 1174197"/>
                <a:gd name="connsiteX1" fmla="*/ 795 w 1174091"/>
                <a:gd name="connsiteY1" fmla="*/ 569786 h 1174197"/>
                <a:gd name="connsiteX2" fmla="*/ 587836 w 1174091"/>
                <a:gd name="connsiteY2" fmla="*/ 2 h 1174197"/>
                <a:gd name="connsiteX3" fmla="*/ 1173961 w 1174091"/>
                <a:gd name="connsiteY3" fmla="*/ 600946 h 1174197"/>
                <a:gd name="connsiteX4" fmla="*/ 584577 w 1174091"/>
                <a:gd name="connsiteY4" fmla="*/ 1174039 h 1174197"/>
                <a:gd name="connsiteX5" fmla="*/ 623832 w 1174091"/>
                <a:gd name="connsiteY5" fmla="*/ 542190 h 1174197"/>
                <a:gd name="connsiteX6" fmla="*/ 623781 w 1174091"/>
                <a:gd name="connsiteY6" fmla="*/ 507517 h 1174197"/>
                <a:gd name="connsiteX7" fmla="*/ 602295 w 1174091"/>
                <a:gd name="connsiteY7" fmla="*/ 485268 h 1174197"/>
                <a:gd name="connsiteX8" fmla="*/ 528572 w 1174091"/>
                <a:gd name="connsiteY8" fmla="*/ 485166 h 1174197"/>
                <a:gd name="connsiteX9" fmla="*/ 496139 w 1174091"/>
                <a:gd name="connsiteY9" fmla="*/ 516886 h 1174197"/>
                <a:gd name="connsiteX10" fmla="*/ 496139 w 1174091"/>
                <a:gd name="connsiteY10" fmla="*/ 888154 h 1174197"/>
                <a:gd name="connsiteX11" fmla="*/ 496292 w 1174091"/>
                <a:gd name="connsiteY11" fmla="*/ 903429 h 1174197"/>
                <a:gd name="connsiteX12" fmla="*/ 516505 w 1174091"/>
                <a:gd name="connsiteY12" fmla="*/ 922522 h 1174197"/>
                <a:gd name="connsiteX13" fmla="*/ 613140 w 1174091"/>
                <a:gd name="connsiteY13" fmla="*/ 922471 h 1174197"/>
                <a:gd name="connsiteX14" fmla="*/ 632029 w 1174091"/>
                <a:gd name="connsiteY14" fmla="*/ 904701 h 1174197"/>
                <a:gd name="connsiteX15" fmla="*/ 632233 w 1174091"/>
                <a:gd name="connsiteY15" fmla="*/ 886932 h 1174197"/>
                <a:gd name="connsiteX16" fmla="*/ 632386 w 1174091"/>
                <a:gd name="connsiteY16" fmla="*/ 701298 h 1174197"/>
                <a:gd name="connsiteX17" fmla="*/ 635644 w 1174091"/>
                <a:gd name="connsiteY17" fmla="*/ 663469 h 1174197"/>
                <a:gd name="connsiteX18" fmla="*/ 716496 w 1174091"/>
                <a:gd name="connsiteY18" fmla="*/ 597127 h 1174197"/>
                <a:gd name="connsiteX19" fmla="*/ 775760 w 1174091"/>
                <a:gd name="connsiteY19" fmla="*/ 650485 h 1174197"/>
                <a:gd name="connsiteX20" fmla="*/ 780801 w 1174091"/>
                <a:gd name="connsiteY20" fmla="*/ 716114 h 1174197"/>
                <a:gd name="connsiteX21" fmla="*/ 781055 w 1174091"/>
                <a:gd name="connsiteY21" fmla="*/ 886474 h 1174197"/>
                <a:gd name="connsiteX22" fmla="*/ 781310 w 1174091"/>
                <a:gd name="connsiteY22" fmla="*/ 906789 h 1174197"/>
                <a:gd name="connsiteX23" fmla="*/ 797144 w 1174091"/>
                <a:gd name="connsiteY23" fmla="*/ 922471 h 1174197"/>
                <a:gd name="connsiteX24" fmla="*/ 901417 w 1174091"/>
                <a:gd name="connsiteY24" fmla="*/ 922471 h 1174197"/>
                <a:gd name="connsiteX25" fmla="*/ 918575 w 1174091"/>
                <a:gd name="connsiteY25" fmla="*/ 905007 h 1174197"/>
                <a:gd name="connsiteX26" fmla="*/ 918778 w 1174091"/>
                <a:gd name="connsiteY26" fmla="*/ 889733 h 1174197"/>
                <a:gd name="connsiteX27" fmla="*/ 916742 w 1174091"/>
                <a:gd name="connsiteY27" fmla="*/ 658377 h 1174197"/>
                <a:gd name="connsiteX28" fmla="*/ 907119 w 1174091"/>
                <a:gd name="connsiteY28" fmla="*/ 580478 h 1174197"/>
                <a:gd name="connsiteX29" fmla="*/ 838588 w 1174091"/>
                <a:gd name="connsiteY29" fmla="*/ 491021 h 1174197"/>
                <a:gd name="connsiteX30" fmla="*/ 731668 w 1174091"/>
                <a:gd name="connsiteY30" fmla="*/ 476663 h 1174197"/>
                <a:gd name="connsiteX31" fmla="*/ 643485 w 1174091"/>
                <a:gd name="connsiteY31" fmla="*/ 522334 h 1174197"/>
                <a:gd name="connsiteX32" fmla="*/ 623832 w 1174091"/>
                <a:gd name="connsiteY32" fmla="*/ 542190 h 1174197"/>
                <a:gd name="connsiteX33" fmla="*/ 275833 w 1174091"/>
                <a:gd name="connsiteY33" fmla="*/ 702113 h 1174197"/>
                <a:gd name="connsiteX34" fmla="*/ 275833 w 1174091"/>
                <a:gd name="connsiteY34" fmla="*/ 885303 h 1174197"/>
                <a:gd name="connsiteX35" fmla="*/ 276088 w 1174091"/>
                <a:gd name="connsiteY35" fmla="*/ 905669 h 1174197"/>
                <a:gd name="connsiteX36" fmla="*/ 291209 w 1174091"/>
                <a:gd name="connsiteY36" fmla="*/ 922369 h 1174197"/>
                <a:gd name="connsiteX37" fmla="*/ 398027 w 1174091"/>
                <a:gd name="connsiteY37" fmla="*/ 922471 h 1174197"/>
                <a:gd name="connsiteX38" fmla="*/ 412844 w 1174091"/>
                <a:gd name="connsiteY38" fmla="*/ 908520 h 1174197"/>
                <a:gd name="connsiteX39" fmla="*/ 413251 w 1174091"/>
                <a:gd name="connsiteY39" fmla="*/ 890700 h 1174197"/>
                <a:gd name="connsiteX40" fmla="*/ 413251 w 1174091"/>
                <a:gd name="connsiteY40" fmla="*/ 755878 h 1174197"/>
                <a:gd name="connsiteX41" fmla="*/ 413149 w 1174091"/>
                <a:gd name="connsiteY41" fmla="*/ 509096 h 1174197"/>
                <a:gd name="connsiteX42" fmla="*/ 390543 w 1174091"/>
                <a:gd name="connsiteY42" fmla="*/ 485370 h 1174197"/>
                <a:gd name="connsiteX43" fmla="*/ 298948 w 1174091"/>
                <a:gd name="connsiteY43" fmla="*/ 485370 h 1174197"/>
                <a:gd name="connsiteX44" fmla="*/ 275782 w 1174091"/>
                <a:gd name="connsiteY44" fmla="*/ 508841 h 1174197"/>
                <a:gd name="connsiteX45" fmla="*/ 275732 w 1174091"/>
                <a:gd name="connsiteY45" fmla="*/ 521570 h 1174197"/>
                <a:gd name="connsiteX46" fmla="*/ 275833 w 1174091"/>
                <a:gd name="connsiteY46" fmla="*/ 702113 h 1174197"/>
                <a:gd name="connsiteX47" fmla="*/ 343651 w 1174091"/>
                <a:gd name="connsiteY47" fmla="*/ 425749 h 1174197"/>
                <a:gd name="connsiteX48" fmla="*/ 424248 w 1174091"/>
                <a:gd name="connsiteY48" fmla="*/ 349377 h 1174197"/>
                <a:gd name="connsiteX49" fmla="*/ 342938 w 1174091"/>
                <a:gd name="connsiteY49" fmla="*/ 268168 h 1174197"/>
                <a:gd name="connsiteX50" fmla="*/ 265549 w 1174091"/>
                <a:gd name="connsiteY50" fmla="*/ 347697 h 1174197"/>
                <a:gd name="connsiteX51" fmla="*/ 343651 w 1174091"/>
                <a:gd name="connsiteY51" fmla="*/ 425749 h 11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174091" h="1174197">
                  <a:moveTo>
                    <a:pt x="584577" y="1174039"/>
                  </a:moveTo>
                  <a:cubicBezTo>
                    <a:pt x="270895" y="1181727"/>
                    <a:pt x="-17127" y="908062"/>
                    <a:pt x="795" y="569786"/>
                  </a:cubicBezTo>
                  <a:cubicBezTo>
                    <a:pt x="744" y="263128"/>
                    <a:pt x="268043" y="-762"/>
                    <a:pt x="587836" y="2"/>
                  </a:cubicBezTo>
                  <a:cubicBezTo>
                    <a:pt x="907628" y="765"/>
                    <a:pt x="1180936" y="268321"/>
                    <a:pt x="1173961" y="600946"/>
                  </a:cubicBezTo>
                  <a:cubicBezTo>
                    <a:pt x="1167393" y="913255"/>
                    <a:pt x="906101" y="1181065"/>
                    <a:pt x="584577" y="1174039"/>
                  </a:cubicBezTo>
                  <a:close/>
                  <a:moveTo>
                    <a:pt x="623832" y="542190"/>
                  </a:moveTo>
                  <a:cubicBezTo>
                    <a:pt x="623832" y="527170"/>
                    <a:pt x="624036" y="517344"/>
                    <a:pt x="623781" y="507517"/>
                  </a:cubicBezTo>
                  <a:cubicBezTo>
                    <a:pt x="623221" y="486744"/>
                    <a:pt x="622356" y="485624"/>
                    <a:pt x="602295" y="485268"/>
                  </a:cubicBezTo>
                  <a:cubicBezTo>
                    <a:pt x="577704" y="484860"/>
                    <a:pt x="553112" y="485115"/>
                    <a:pt x="528572" y="485166"/>
                  </a:cubicBezTo>
                  <a:cubicBezTo>
                    <a:pt x="496241" y="485217"/>
                    <a:pt x="496139" y="485217"/>
                    <a:pt x="496139" y="516886"/>
                  </a:cubicBezTo>
                  <a:cubicBezTo>
                    <a:pt x="496088" y="640659"/>
                    <a:pt x="496139" y="764381"/>
                    <a:pt x="496139" y="888154"/>
                  </a:cubicBezTo>
                  <a:cubicBezTo>
                    <a:pt x="496139" y="893246"/>
                    <a:pt x="495936" y="898337"/>
                    <a:pt x="496292" y="903429"/>
                  </a:cubicBezTo>
                  <a:cubicBezTo>
                    <a:pt x="497412" y="919569"/>
                    <a:pt x="499601" y="922267"/>
                    <a:pt x="516505" y="922522"/>
                  </a:cubicBezTo>
                  <a:cubicBezTo>
                    <a:pt x="548683" y="923031"/>
                    <a:pt x="580911" y="923031"/>
                    <a:pt x="613140" y="922471"/>
                  </a:cubicBezTo>
                  <a:cubicBezTo>
                    <a:pt x="628516" y="922216"/>
                    <a:pt x="630858" y="919365"/>
                    <a:pt x="632029" y="904701"/>
                  </a:cubicBezTo>
                  <a:cubicBezTo>
                    <a:pt x="632487" y="898795"/>
                    <a:pt x="632233" y="892838"/>
                    <a:pt x="632233" y="886932"/>
                  </a:cubicBezTo>
                  <a:cubicBezTo>
                    <a:pt x="632233" y="825071"/>
                    <a:pt x="632080" y="763159"/>
                    <a:pt x="632386" y="701298"/>
                  </a:cubicBezTo>
                  <a:cubicBezTo>
                    <a:pt x="632437" y="688671"/>
                    <a:pt x="633455" y="675892"/>
                    <a:pt x="635644" y="663469"/>
                  </a:cubicBezTo>
                  <a:cubicBezTo>
                    <a:pt x="644911" y="610925"/>
                    <a:pt x="663749" y="595701"/>
                    <a:pt x="716496" y="597127"/>
                  </a:cubicBezTo>
                  <a:cubicBezTo>
                    <a:pt x="750761" y="598043"/>
                    <a:pt x="771127" y="615660"/>
                    <a:pt x="775760" y="650485"/>
                  </a:cubicBezTo>
                  <a:cubicBezTo>
                    <a:pt x="778662" y="672226"/>
                    <a:pt x="780546" y="694221"/>
                    <a:pt x="780801" y="716114"/>
                  </a:cubicBezTo>
                  <a:cubicBezTo>
                    <a:pt x="781514" y="772884"/>
                    <a:pt x="781004" y="829704"/>
                    <a:pt x="781055" y="886474"/>
                  </a:cubicBezTo>
                  <a:cubicBezTo>
                    <a:pt x="781055" y="893246"/>
                    <a:pt x="781157" y="900017"/>
                    <a:pt x="781310" y="906789"/>
                  </a:cubicBezTo>
                  <a:cubicBezTo>
                    <a:pt x="781565" y="917074"/>
                    <a:pt x="786809" y="922471"/>
                    <a:pt x="797144" y="922471"/>
                  </a:cubicBezTo>
                  <a:cubicBezTo>
                    <a:pt x="831919" y="922522"/>
                    <a:pt x="866642" y="922522"/>
                    <a:pt x="901417" y="922471"/>
                  </a:cubicBezTo>
                  <a:cubicBezTo>
                    <a:pt x="912923" y="922471"/>
                    <a:pt x="918371" y="916259"/>
                    <a:pt x="918575" y="905007"/>
                  </a:cubicBezTo>
                  <a:cubicBezTo>
                    <a:pt x="918677" y="899916"/>
                    <a:pt x="918778" y="894824"/>
                    <a:pt x="918778" y="889733"/>
                  </a:cubicBezTo>
                  <a:cubicBezTo>
                    <a:pt x="918269" y="812597"/>
                    <a:pt x="918422" y="735513"/>
                    <a:pt x="916742" y="658377"/>
                  </a:cubicBezTo>
                  <a:cubicBezTo>
                    <a:pt x="916182" y="632309"/>
                    <a:pt x="912974" y="605884"/>
                    <a:pt x="907119" y="580478"/>
                  </a:cubicBezTo>
                  <a:cubicBezTo>
                    <a:pt x="898056" y="540917"/>
                    <a:pt x="877232" y="508281"/>
                    <a:pt x="838588" y="491021"/>
                  </a:cubicBezTo>
                  <a:cubicBezTo>
                    <a:pt x="804578" y="475849"/>
                    <a:pt x="768683" y="471419"/>
                    <a:pt x="731668" y="476663"/>
                  </a:cubicBezTo>
                  <a:cubicBezTo>
                    <a:pt x="696945" y="481602"/>
                    <a:pt x="666600" y="494942"/>
                    <a:pt x="643485" y="522334"/>
                  </a:cubicBezTo>
                  <a:cubicBezTo>
                    <a:pt x="638699" y="528036"/>
                    <a:pt x="633099" y="532924"/>
                    <a:pt x="623832" y="542190"/>
                  </a:cubicBezTo>
                  <a:close/>
                  <a:moveTo>
                    <a:pt x="275833" y="702113"/>
                  </a:moveTo>
                  <a:cubicBezTo>
                    <a:pt x="275833" y="763159"/>
                    <a:pt x="275833" y="824206"/>
                    <a:pt x="275833" y="885303"/>
                  </a:cubicBezTo>
                  <a:cubicBezTo>
                    <a:pt x="275833" y="892075"/>
                    <a:pt x="275884" y="898846"/>
                    <a:pt x="276088" y="905669"/>
                  </a:cubicBezTo>
                  <a:cubicBezTo>
                    <a:pt x="276342" y="915546"/>
                    <a:pt x="280823" y="922267"/>
                    <a:pt x="291209" y="922369"/>
                  </a:cubicBezTo>
                  <a:cubicBezTo>
                    <a:pt x="326798" y="922674"/>
                    <a:pt x="362438" y="922572"/>
                    <a:pt x="398027" y="922471"/>
                  </a:cubicBezTo>
                  <a:cubicBezTo>
                    <a:pt x="406988" y="922420"/>
                    <a:pt x="412283" y="917685"/>
                    <a:pt x="412844" y="908520"/>
                  </a:cubicBezTo>
                  <a:cubicBezTo>
                    <a:pt x="413200" y="902614"/>
                    <a:pt x="413251" y="896657"/>
                    <a:pt x="413251" y="890700"/>
                  </a:cubicBezTo>
                  <a:cubicBezTo>
                    <a:pt x="413302" y="845742"/>
                    <a:pt x="413251" y="800785"/>
                    <a:pt x="413251" y="755878"/>
                  </a:cubicBezTo>
                  <a:cubicBezTo>
                    <a:pt x="413251" y="673601"/>
                    <a:pt x="413353" y="591374"/>
                    <a:pt x="413149" y="509096"/>
                  </a:cubicBezTo>
                  <a:cubicBezTo>
                    <a:pt x="413098" y="486693"/>
                    <a:pt x="411927" y="485573"/>
                    <a:pt x="390543" y="485370"/>
                  </a:cubicBezTo>
                  <a:cubicBezTo>
                    <a:pt x="359995" y="485064"/>
                    <a:pt x="329497" y="485064"/>
                    <a:pt x="298948" y="485370"/>
                  </a:cubicBezTo>
                  <a:cubicBezTo>
                    <a:pt x="277412" y="485624"/>
                    <a:pt x="276444" y="486948"/>
                    <a:pt x="275782" y="508841"/>
                  </a:cubicBezTo>
                  <a:cubicBezTo>
                    <a:pt x="275681" y="513067"/>
                    <a:pt x="275732" y="517344"/>
                    <a:pt x="275732" y="521570"/>
                  </a:cubicBezTo>
                  <a:cubicBezTo>
                    <a:pt x="275833" y="581700"/>
                    <a:pt x="275833" y="641881"/>
                    <a:pt x="275833" y="702113"/>
                  </a:cubicBezTo>
                  <a:close/>
                  <a:moveTo>
                    <a:pt x="343651" y="425749"/>
                  </a:moveTo>
                  <a:cubicBezTo>
                    <a:pt x="384535" y="430127"/>
                    <a:pt x="423077" y="396880"/>
                    <a:pt x="424248" y="349377"/>
                  </a:cubicBezTo>
                  <a:cubicBezTo>
                    <a:pt x="425318" y="306354"/>
                    <a:pt x="386215" y="267812"/>
                    <a:pt x="342938" y="268168"/>
                  </a:cubicBezTo>
                  <a:cubicBezTo>
                    <a:pt x="301851" y="268525"/>
                    <a:pt x="267891" y="305489"/>
                    <a:pt x="265549" y="347697"/>
                  </a:cubicBezTo>
                  <a:cubicBezTo>
                    <a:pt x="263257" y="388836"/>
                    <a:pt x="303021" y="431960"/>
                    <a:pt x="343651" y="425749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14C1D3E4-7814-E643-B170-D47B462A649E}"/>
                </a:ext>
              </a:extLst>
            </p:cNvPr>
            <p:cNvSpPr/>
            <p:nvPr/>
          </p:nvSpPr>
          <p:spPr>
            <a:xfrm>
              <a:off x="7650771" y="4399285"/>
              <a:ext cx="1176381" cy="1174223"/>
            </a:xfrm>
            <a:custGeom>
              <a:avLst/>
              <a:gdLst>
                <a:gd name="connsiteX0" fmla="*/ 588216 w 1176381"/>
                <a:gd name="connsiteY0" fmla="*/ 84 h 1174223"/>
                <a:gd name="connsiteX1" fmla="*/ 1176326 w 1176381"/>
                <a:gd name="connsiteY1" fmla="*/ 577658 h 1174223"/>
                <a:gd name="connsiteX2" fmla="*/ 588063 w 1176381"/>
                <a:gd name="connsiteY2" fmla="*/ 1174223 h 1174223"/>
                <a:gd name="connsiteX3" fmla="*/ 3 w 1176381"/>
                <a:gd name="connsiteY3" fmla="*/ 585194 h 1174223"/>
                <a:gd name="connsiteX4" fmla="*/ 588216 w 1176381"/>
                <a:gd name="connsiteY4" fmla="*/ 84 h 1174223"/>
                <a:gd name="connsiteX5" fmla="*/ 597686 w 1176381"/>
                <a:gd name="connsiteY5" fmla="*/ 576691 h 1174223"/>
                <a:gd name="connsiteX6" fmla="*/ 450187 w 1176381"/>
                <a:gd name="connsiteY6" fmla="*/ 576945 h 1174223"/>
                <a:gd name="connsiteX7" fmla="*/ 379518 w 1176381"/>
                <a:gd name="connsiteY7" fmla="*/ 582953 h 1174223"/>
                <a:gd name="connsiteX8" fmla="*/ 316588 w 1176381"/>
                <a:gd name="connsiteY8" fmla="*/ 638297 h 1174223"/>
                <a:gd name="connsiteX9" fmla="*/ 305947 w 1176381"/>
                <a:gd name="connsiteY9" fmla="*/ 710851 h 1174223"/>
                <a:gd name="connsiteX10" fmla="*/ 310886 w 1176381"/>
                <a:gd name="connsiteY10" fmla="*/ 898623 h 1174223"/>
                <a:gd name="connsiteX11" fmla="*/ 392348 w 1176381"/>
                <a:gd name="connsiteY11" fmla="*/ 979425 h 1174223"/>
                <a:gd name="connsiteX12" fmla="*/ 501254 w 1176381"/>
                <a:gd name="connsiteY12" fmla="*/ 987367 h 1174223"/>
                <a:gd name="connsiteX13" fmla="*/ 805976 w 1176381"/>
                <a:gd name="connsiteY13" fmla="*/ 979577 h 1174223"/>
                <a:gd name="connsiteX14" fmla="*/ 880871 w 1176381"/>
                <a:gd name="connsiteY14" fmla="*/ 915731 h 1174223"/>
                <a:gd name="connsiteX15" fmla="*/ 887387 w 1176381"/>
                <a:gd name="connsiteY15" fmla="*/ 855397 h 1174223"/>
                <a:gd name="connsiteX16" fmla="*/ 885198 w 1176381"/>
                <a:gd name="connsiteY16" fmla="*/ 665537 h 1174223"/>
                <a:gd name="connsiteX17" fmla="*/ 872673 w 1176381"/>
                <a:gd name="connsiteY17" fmla="*/ 624449 h 1174223"/>
                <a:gd name="connsiteX18" fmla="*/ 818501 w 1176381"/>
                <a:gd name="connsiteY18" fmla="*/ 583208 h 1174223"/>
                <a:gd name="connsiteX19" fmla="*/ 750377 w 1176381"/>
                <a:gd name="connsiteY19" fmla="*/ 576945 h 1174223"/>
                <a:gd name="connsiteX20" fmla="*/ 597686 w 1176381"/>
                <a:gd name="connsiteY20" fmla="*/ 576691 h 1174223"/>
                <a:gd name="connsiteX21" fmla="*/ 519023 w 1176381"/>
                <a:gd name="connsiteY21" fmla="*/ 409131 h 1174223"/>
                <a:gd name="connsiteX22" fmla="*/ 520601 w 1176381"/>
                <a:gd name="connsiteY22" fmla="*/ 409284 h 1174223"/>
                <a:gd name="connsiteX23" fmla="*/ 520856 w 1176381"/>
                <a:gd name="connsiteY23" fmla="*/ 444822 h 1174223"/>
                <a:gd name="connsiteX24" fmla="*/ 529562 w 1176381"/>
                <a:gd name="connsiteY24" fmla="*/ 497213 h 1174223"/>
                <a:gd name="connsiteX25" fmla="*/ 556903 w 1176381"/>
                <a:gd name="connsiteY25" fmla="*/ 528882 h 1174223"/>
                <a:gd name="connsiteX26" fmla="*/ 652215 w 1176381"/>
                <a:gd name="connsiteY26" fmla="*/ 479597 h 1174223"/>
                <a:gd name="connsiteX27" fmla="*/ 652571 w 1176381"/>
                <a:gd name="connsiteY27" fmla="*/ 345437 h 1174223"/>
                <a:gd name="connsiteX28" fmla="*/ 646003 w 1176381"/>
                <a:gd name="connsiteY28" fmla="*/ 320947 h 1174223"/>
                <a:gd name="connsiteX29" fmla="*/ 616371 w 1176381"/>
                <a:gd name="connsiteY29" fmla="*/ 291519 h 1174223"/>
                <a:gd name="connsiteX30" fmla="*/ 524929 w 1176381"/>
                <a:gd name="connsiteY30" fmla="*/ 340957 h 1174223"/>
                <a:gd name="connsiteX31" fmla="*/ 519023 w 1176381"/>
                <a:gd name="connsiteY31" fmla="*/ 409131 h 1174223"/>
                <a:gd name="connsiteX32" fmla="*/ 446929 w 1176381"/>
                <a:gd name="connsiteY32" fmla="*/ 321711 h 1174223"/>
                <a:gd name="connsiteX33" fmla="*/ 422388 w 1176381"/>
                <a:gd name="connsiteY33" fmla="*/ 227926 h 1174223"/>
                <a:gd name="connsiteX34" fmla="*/ 392145 w 1176381"/>
                <a:gd name="connsiteY34" fmla="*/ 205015 h 1174223"/>
                <a:gd name="connsiteX35" fmla="*/ 371728 w 1176381"/>
                <a:gd name="connsiteY35" fmla="*/ 232865 h 1174223"/>
                <a:gd name="connsiteX36" fmla="*/ 418264 w 1176381"/>
                <a:gd name="connsiteY36" fmla="*/ 383318 h 1174223"/>
                <a:gd name="connsiteX37" fmla="*/ 422948 w 1176381"/>
                <a:gd name="connsiteY37" fmla="*/ 415750 h 1174223"/>
                <a:gd name="connsiteX38" fmla="*/ 423406 w 1176381"/>
                <a:gd name="connsiteY38" fmla="*/ 512437 h 1174223"/>
                <a:gd name="connsiteX39" fmla="*/ 441124 w 1176381"/>
                <a:gd name="connsiteY39" fmla="*/ 530715 h 1174223"/>
                <a:gd name="connsiteX40" fmla="*/ 453853 w 1176381"/>
                <a:gd name="connsiteY40" fmla="*/ 530766 h 1174223"/>
                <a:gd name="connsiteX41" fmla="*/ 474575 w 1176381"/>
                <a:gd name="connsiteY41" fmla="*/ 510197 h 1174223"/>
                <a:gd name="connsiteX42" fmla="*/ 475033 w 1176381"/>
                <a:gd name="connsiteY42" fmla="*/ 413510 h 1174223"/>
                <a:gd name="connsiteX43" fmla="*/ 481041 w 1176381"/>
                <a:gd name="connsiteY43" fmla="*/ 378888 h 1174223"/>
                <a:gd name="connsiteX44" fmla="*/ 526355 w 1176381"/>
                <a:gd name="connsiteY44" fmla="*/ 233222 h 1174223"/>
                <a:gd name="connsiteX45" fmla="*/ 529460 w 1176381"/>
                <a:gd name="connsiteY45" fmla="*/ 220900 h 1174223"/>
                <a:gd name="connsiteX46" fmla="*/ 517954 w 1176381"/>
                <a:gd name="connsiteY46" fmla="*/ 205422 h 1174223"/>
                <a:gd name="connsiteX47" fmla="*/ 502679 w 1176381"/>
                <a:gd name="connsiteY47" fmla="*/ 205117 h 1174223"/>
                <a:gd name="connsiteX48" fmla="*/ 475593 w 1176381"/>
                <a:gd name="connsiteY48" fmla="*/ 225279 h 1174223"/>
                <a:gd name="connsiteX49" fmla="*/ 468618 w 1176381"/>
                <a:gd name="connsiteY49" fmla="*/ 254962 h 1174223"/>
                <a:gd name="connsiteX50" fmla="*/ 446929 w 1176381"/>
                <a:gd name="connsiteY50" fmla="*/ 321711 h 1174223"/>
                <a:gd name="connsiteX51" fmla="*/ 814733 w 1176381"/>
                <a:gd name="connsiteY51" fmla="*/ 411524 h 1174223"/>
                <a:gd name="connsiteX52" fmla="*/ 814631 w 1176381"/>
                <a:gd name="connsiteY52" fmla="*/ 309746 h 1174223"/>
                <a:gd name="connsiteX53" fmla="*/ 790549 w 1176381"/>
                <a:gd name="connsiteY53" fmla="*/ 286682 h 1174223"/>
                <a:gd name="connsiteX54" fmla="*/ 768605 w 1176381"/>
                <a:gd name="connsiteY54" fmla="*/ 307251 h 1174223"/>
                <a:gd name="connsiteX55" fmla="*/ 768452 w 1176381"/>
                <a:gd name="connsiteY55" fmla="*/ 327617 h 1174223"/>
                <a:gd name="connsiteX56" fmla="*/ 768503 w 1176381"/>
                <a:gd name="connsiteY56" fmla="*/ 452307 h 1174223"/>
                <a:gd name="connsiteX57" fmla="*/ 759389 w 1176381"/>
                <a:gd name="connsiteY57" fmla="*/ 482855 h 1174223"/>
                <a:gd name="connsiteX58" fmla="*/ 739431 w 1176381"/>
                <a:gd name="connsiteY58" fmla="*/ 490391 h 1174223"/>
                <a:gd name="connsiteX59" fmla="*/ 734390 w 1176381"/>
                <a:gd name="connsiteY59" fmla="*/ 474353 h 1174223"/>
                <a:gd name="connsiteX60" fmla="*/ 734136 w 1176381"/>
                <a:gd name="connsiteY60" fmla="*/ 456584 h 1174223"/>
                <a:gd name="connsiteX61" fmla="*/ 733983 w 1176381"/>
                <a:gd name="connsiteY61" fmla="*/ 306437 h 1174223"/>
                <a:gd name="connsiteX62" fmla="*/ 713159 w 1176381"/>
                <a:gd name="connsiteY62" fmla="*/ 286020 h 1174223"/>
                <a:gd name="connsiteX63" fmla="*/ 698037 w 1176381"/>
                <a:gd name="connsiteY63" fmla="*/ 286936 h 1174223"/>
                <a:gd name="connsiteX64" fmla="*/ 688313 w 1176381"/>
                <a:gd name="connsiteY64" fmla="*/ 296559 h 1174223"/>
                <a:gd name="connsiteX65" fmla="*/ 687295 w 1176381"/>
                <a:gd name="connsiteY65" fmla="*/ 314227 h 1174223"/>
                <a:gd name="connsiteX66" fmla="*/ 687345 w 1176381"/>
                <a:gd name="connsiteY66" fmla="*/ 484739 h 1174223"/>
                <a:gd name="connsiteX67" fmla="*/ 688211 w 1176381"/>
                <a:gd name="connsiteY67" fmla="*/ 505054 h 1174223"/>
                <a:gd name="connsiteX68" fmla="*/ 739431 w 1176381"/>
                <a:gd name="connsiteY68" fmla="*/ 531428 h 1174223"/>
                <a:gd name="connsiteX69" fmla="*/ 752261 w 1176381"/>
                <a:gd name="connsiteY69" fmla="*/ 523231 h 1174223"/>
                <a:gd name="connsiteX70" fmla="*/ 770539 w 1176381"/>
                <a:gd name="connsiteY70" fmla="*/ 524962 h 1174223"/>
                <a:gd name="connsiteX71" fmla="*/ 808165 w 1176381"/>
                <a:gd name="connsiteY71" fmla="*/ 528628 h 1174223"/>
                <a:gd name="connsiteX72" fmla="*/ 814529 w 1176381"/>
                <a:gd name="connsiteY72" fmla="*/ 505767 h 1174223"/>
                <a:gd name="connsiteX73" fmla="*/ 814733 w 1176381"/>
                <a:gd name="connsiteY73" fmla="*/ 411524 h 117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176381" h="1174223">
                  <a:moveTo>
                    <a:pt x="588216" y="84"/>
                  </a:moveTo>
                  <a:cubicBezTo>
                    <a:pt x="907906" y="-4498"/>
                    <a:pt x="1171998" y="256897"/>
                    <a:pt x="1176326" y="577658"/>
                  </a:cubicBezTo>
                  <a:cubicBezTo>
                    <a:pt x="1180908" y="916342"/>
                    <a:pt x="903375" y="1174274"/>
                    <a:pt x="588063" y="1174223"/>
                  </a:cubicBezTo>
                  <a:cubicBezTo>
                    <a:pt x="268168" y="1174173"/>
                    <a:pt x="-1066" y="910283"/>
                    <a:pt x="3" y="585194"/>
                  </a:cubicBezTo>
                  <a:cubicBezTo>
                    <a:pt x="1022" y="259493"/>
                    <a:pt x="269849" y="-5415"/>
                    <a:pt x="588216" y="84"/>
                  </a:cubicBezTo>
                  <a:close/>
                  <a:moveTo>
                    <a:pt x="597686" y="576691"/>
                  </a:moveTo>
                  <a:cubicBezTo>
                    <a:pt x="548502" y="576691"/>
                    <a:pt x="499319" y="576080"/>
                    <a:pt x="450187" y="576945"/>
                  </a:cubicBezTo>
                  <a:cubicBezTo>
                    <a:pt x="426563" y="577353"/>
                    <a:pt x="402633" y="578677"/>
                    <a:pt x="379518" y="582953"/>
                  </a:cubicBezTo>
                  <a:cubicBezTo>
                    <a:pt x="348409" y="588707"/>
                    <a:pt x="324123" y="605763"/>
                    <a:pt x="316588" y="638297"/>
                  </a:cubicBezTo>
                  <a:cubicBezTo>
                    <a:pt x="311089" y="662074"/>
                    <a:pt x="306812" y="686513"/>
                    <a:pt x="305947" y="710851"/>
                  </a:cubicBezTo>
                  <a:cubicBezTo>
                    <a:pt x="303707" y="773475"/>
                    <a:pt x="301925" y="836304"/>
                    <a:pt x="310886" y="898623"/>
                  </a:cubicBezTo>
                  <a:cubicBezTo>
                    <a:pt x="317912" y="947654"/>
                    <a:pt x="336954" y="974486"/>
                    <a:pt x="392348" y="979425"/>
                  </a:cubicBezTo>
                  <a:cubicBezTo>
                    <a:pt x="428599" y="982632"/>
                    <a:pt x="464901" y="986909"/>
                    <a:pt x="501254" y="987367"/>
                  </a:cubicBezTo>
                  <a:cubicBezTo>
                    <a:pt x="602879" y="988793"/>
                    <a:pt x="704605" y="989557"/>
                    <a:pt x="805976" y="979577"/>
                  </a:cubicBezTo>
                  <a:cubicBezTo>
                    <a:pt x="847216" y="975504"/>
                    <a:pt x="871859" y="956157"/>
                    <a:pt x="880871" y="915731"/>
                  </a:cubicBezTo>
                  <a:cubicBezTo>
                    <a:pt x="885249" y="896128"/>
                    <a:pt x="884587" y="875406"/>
                    <a:pt x="887387" y="855397"/>
                  </a:cubicBezTo>
                  <a:cubicBezTo>
                    <a:pt x="896196" y="791957"/>
                    <a:pt x="890850" y="728671"/>
                    <a:pt x="885198" y="665537"/>
                  </a:cubicBezTo>
                  <a:cubicBezTo>
                    <a:pt x="883925" y="651586"/>
                    <a:pt x="877714" y="637839"/>
                    <a:pt x="872673" y="624449"/>
                  </a:cubicBezTo>
                  <a:cubicBezTo>
                    <a:pt x="863305" y="599653"/>
                    <a:pt x="842481" y="587790"/>
                    <a:pt x="818501" y="583208"/>
                  </a:cubicBezTo>
                  <a:cubicBezTo>
                    <a:pt x="796200" y="578931"/>
                    <a:pt x="773136" y="577353"/>
                    <a:pt x="750377" y="576945"/>
                  </a:cubicBezTo>
                  <a:cubicBezTo>
                    <a:pt x="699412" y="576080"/>
                    <a:pt x="648549" y="576691"/>
                    <a:pt x="597686" y="576691"/>
                  </a:cubicBezTo>
                  <a:close/>
                  <a:moveTo>
                    <a:pt x="519023" y="409131"/>
                  </a:moveTo>
                  <a:cubicBezTo>
                    <a:pt x="519532" y="409182"/>
                    <a:pt x="520092" y="409233"/>
                    <a:pt x="520601" y="409284"/>
                  </a:cubicBezTo>
                  <a:cubicBezTo>
                    <a:pt x="520601" y="421147"/>
                    <a:pt x="519532" y="433112"/>
                    <a:pt x="520856" y="444822"/>
                  </a:cubicBezTo>
                  <a:cubicBezTo>
                    <a:pt x="522791" y="462388"/>
                    <a:pt x="525540" y="480004"/>
                    <a:pt x="529562" y="497213"/>
                  </a:cubicBezTo>
                  <a:cubicBezTo>
                    <a:pt x="533024" y="511979"/>
                    <a:pt x="543411" y="521958"/>
                    <a:pt x="556903" y="528882"/>
                  </a:cubicBezTo>
                  <a:cubicBezTo>
                    <a:pt x="598755" y="550317"/>
                    <a:pt x="644628" y="527558"/>
                    <a:pt x="652215" y="479597"/>
                  </a:cubicBezTo>
                  <a:cubicBezTo>
                    <a:pt x="659241" y="435098"/>
                    <a:pt x="658579" y="390140"/>
                    <a:pt x="652571" y="345437"/>
                  </a:cubicBezTo>
                  <a:cubicBezTo>
                    <a:pt x="651451" y="337138"/>
                    <a:pt x="648905" y="328890"/>
                    <a:pt x="646003" y="320947"/>
                  </a:cubicBezTo>
                  <a:cubicBezTo>
                    <a:pt x="640810" y="306640"/>
                    <a:pt x="630729" y="297221"/>
                    <a:pt x="616371" y="291519"/>
                  </a:cubicBezTo>
                  <a:cubicBezTo>
                    <a:pt x="572330" y="274106"/>
                    <a:pt x="533228" y="294319"/>
                    <a:pt x="524929" y="340957"/>
                  </a:cubicBezTo>
                  <a:cubicBezTo>
                    <a:pt x="521009" y="363359"/>
                    <a:pt x="520907" y="386423"/>
                    <a:pt x="519023" y="409131"/>
                  </a:cubicBezTo>
                  <a:close/>
                  <a:moveTo>
                    <a:pt x="446929" y="321711"/>
                  </a:moveTo>
                  <a:cubicBezTo>
                    <a:pt x="437764" y="286733"/>
                    <a:pt x="430127" y="257304"/>
                    <a:pt x="422388" y="227926"/>
                  </a:cubicBezTo>
                  <a:cubicBezTo>
                    <a:pt x="417144" y="207968"/>
                    <a:pt x="413478" y="205270"/>
                    <a:pt x="392145" y="205015"/>
                  </a:cubicBezTo>
                  <a:cubicBezTo>
                    <a:pt x="366077" y="204760"/>
                    <a:pt x="363938" y="207561"/>
                    <a:pt x="371728" y="232865"/>
                  </a:cubicBezTo>
                  <a:cubicBezTo>
                    <a:pt x="387257" y="283016"/>
                    <a:pt x="403142" y="333065"/>
                    <a:pt x="418264" y="383318"/>
                  </a:cubicBezTo>
                  <a:cubicBezTo>
                    <a:pt x="421370" y="393653"/>
                    <a:pt x="422744" y="404905"/>
                    <a:pt x="422948" y="415750"/>
                  </a:cubicBezTo>
                  <a:cubicBezTo>
                    <a:pt x="423559" y="447979"/>
                    <a:pt x="422897" y="480208"/>
                    <a:pt x="423406" y="512437"/>
                  </a:cubicBezTo>
                  <a:cubicBezTo>
                    <a:pt x="423661" y="528373"/>
                    <a:pt x="425595" y="529748"/>
                    <a:pt x="441124" y="530715"/>
                  </a:cubicBezTo>
                  <a:cubicBezTo>
                    <a:pt x="445350" y="530970"/>
                    <a:pt x="449627" y="530919"/>
                    <a:pt x="453853" y="530766"/>
                  </a:cubicBezTo>
                  <a:cubicBezTo>
                    <a:pt x="472589" y="530053"/>
                    <a:pt x="474320" y="528882"/>
                    <a:pt x="474575" y="510197"/>
                  </a:cubicBezTo>
                  <a:cubicBezTo>
                    <a:pt x="475033" y="477968"/>
                    <a:pt x="474219" y="445688"/>
                    <a:pt x="475033" y="413510"/>
                  </a:cubicBezTo>
                  <a:cubicBezTo>
                    <a:pt x="475338" y="401901"/>
                    <a:pt x="477681" y="390038"/>
                    <a:pt x="481041" y="378888"/>
                  </a:cubicBezTo>
                  <a:cubicBezTo>
                    <a:pt x="495755" y="330214"/>
                    <a:pt x="511233" y="281743"/>
                    <a:pt x="526355" y="233222"/>
                  </a:cubicBezTo>
                  <a:cubicBezTo>
                    <a:pt x="527628" y="229199"/>
                    <a:pt x="528646" y="225075"/>
                    <a:pt x="529460" y="220900"/>
                  </a:cubicBezTo>
                  <a:cubicBezTo>
                    <a:pt x="531141" y="211736"/>
                    <a:pt x="527882" y="205982"/>
                    <a:pt x="517954" y="205422"/>
                  </a:cubicBezTo>
                  <a:cubicBezTo>
                    <a:pt x="512862" y="205117"/>
                    <a:pt x="507771" y="204964"/>
                    <a:pt x="502679" y="205117"/>
                  </a:cubicBezTo>
                  <a:cubicBezTo>
                    <a:pt x="483943" y="205575"/>
                    <a:pt x="480379" y="208019"/>
                    <a:pt x="475593" y="225279"/>
                  </a:cubicBezTo>
                  <a:cubicBezTo>
                    <a:pt x="472895" y="235055"/>
                    <a:pt x="471316" y="245187"/>
                    <a:pt x="468618" y="254962"/>
                  </a:cubicBezTo>
                  <a:cubicBezTo>
                    <a:pt x="462763" y="275786"/>
                    <a:pt x="459606" y="297527"/>
                    <a:pt x="446929" y="321711"/>
                  </a:cubicBezTo>
                  <a:close/>
                  <a:moveTo>
                    <a:pt x="814733" y="411524"/>
                  </a:moveTo>
                  <a:cubicBezTo>
                    <a:pt x="814733" y="377615"/>
                    <a:pt x="815038" y="343655"/>
                    <a:pt x="814631" y="309746"/>
                  </a:cubicBezTo>
                  <a:cubicBezTo>
                    <a:pt x="814377" y="289584"/>
                    <a:pt x="810303" y="286173"/>
                    <a:pt x="790549" y="286682"/>
                  </a:cubicBezTo>
                  <a:cubicBezTo>
                    <a:pt x="773085" y="287140"/>
                    <a:pt x="769674" y="290195"/>
                    <a:pt x="768605" y="307251"/>
                  </a:cubicBezTo>
                  <a:cubicBezTo>
                    <a:pt x="768197" y="314023"/>
                    <a:pt x="768452" y="320795"/>
                    <a:pt x="768452" y="327617"/>
                  </a:cubicBezTo>
                  <a:cubicBezTo>
                    <a:pt x="768452" y="369163"/>
                    <a:pt x="768350" y="410760"/>
                    <a:pt x="768503" y="452307"/>
                  </a:cubicBezTo>
                  <a:cubicBezTo>
                    <a:pt x="768554" y="463508"/>
                    <a:pt x="768808" y="475269"/>
                    <a:pt x="759389" y="482855"/>
                  </a:cubicBezTo>
                  <a:cubicBezTo>
                    <a:pt x="754094" y="487081"/>
                    <a:pt x="746151" y="487998"/>
                    <a:pt x="739431" y="490391"/>
                  </a:cubicBezTo>
                  <a:cubicBezTo>
                    <a:pt x="737700" y="485045"/>
                    <a:pt x="735205" y="479851"/>
                    <a:pt x="734390" y="474353"/>
                  </a:cubicBezTo>
                  <a:cubicBezTo>
                    <a:pt x="733525" y="468548"/>
                    <a:pt x="734136" y="462490"/>
                    <a:pt x="734136" y="456584"/>
                  </a:cubicBezTo>
                  <a:cubicBezTo>
                    <a:pt x="734136" y="406535"/>
                    <a:pt x="734339" y="356486"/>
                    <a:pt x="733983" y="306437"/>
                  </a:cubicBezTo>
                  <a:cubicBezTo>
                    <a:pt x="733830" y="287955"/>
                    <a:pt x="731692" y="286427"/>
                    <a:pt x="713159" y="286020"/>
                  </a:cubicBezTo>
                  <a:cubicBezTo>
                    <a:pt x="708068" y="285918"/>
                    <a:pt x="702518" y="285154"/>
                    <a:pt x="698037" y="286936"/>
                  </a:cubicBezTo>
                  <a:cubicBezTo>
                    <a:pt x="694066" y="288515"/>
                    <a:pt x="689637" y="292588"/>
                    <a:pt x="688313" y="296559"/>
                  </a:cubicBezTo>
                  <a:cubicBezTo>
                    <a:pt x="686531" y="301956"/>
                    <a:pt x="687295" y="308270"/>
                    <a:pt x="687295" y="314227"/>
                  </a:cubicBezTo>
                  <a:cubicBezTo>
                    <a:pt x="687244" y="371047"/>
                    <a:pt x="687244" y="427919"/>
                    <a:pt x="687345" y="484739"/>
                  </a:cubicBezTo>
                  <a:cubicBezTo>
                    <a:pt x="687345" y="491511"/>
                    <a:pt x="687193" y="498384"/>
                    <a:pt x="688211" y="505054"/>
                  </a:cubicBezTo>
                  <a:cubicBezTo>
                    <a:pt x="692233" y="531071"/>
                    <a:pt x="715807" y="543189"/>
                    <a:pt x="739431" y="531428"/>
                  </a:cubicBezTo>
                  <a:cubicBezTo>
                    <a:pt x="743962" y="529188"/>
                    <a:pt x="748239" y="526285"/>
                    <a:pt x="752261" y="523231"/>
                  </a:cubicBezTo>
                  <a:cubicBezTo>
                    <a:pt x="758982" y="518190"/>
                    <a:pt x="763920" y="514982"/>
                    <a:pt x="770539" y="524962"/>
                  </a:cubicBezTo>
                  <a:cubicBezTo>
                    <a:pt x="775224" y="532090"/>
                    <a:pt x="803277" y="534686"/>
                    <a:pt x="808165" y="528628"/>
                  </a:cubicBezTo>
                  <a:cubicBezTo>
                    <a:pt x="812747" y="522925"/>
                    <a:pt x="814326" y="513608"/>
                    <a:pt x="814529" y="505767"/>
                  </a:cubicBezTo>
                  <a:cubicBezTo>
                    <a:pt x="815140" y="474302"/>
                    <a:pt x="814733" y="442938"/>
                    <a:pt x="814733" y="411524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11DF6647-CB6D-54D4-1FB5-5F016174BF74}"/>
                </a:ext>
              </a:extLst>
            </p:cNvPr>
            <p:cNvSpPr/>
            <p:nvPr/>
          </p:nvSpPr>
          <p:spPr>
            <a:xfrm>
              <a:off x="8257042" y="5047047"/>
              <a:ext cx="101945" cy="260746"/>
            </a:xfrm>
            <a:custGeom>
              <a:avLst/>
              <a:gdLst>
                <a:gd name="connsiteX0" fmla="*/ 121 w 101945"/>
                <a:gd name="connsiteY0" fmla="*/ 129430 h 260746"/>
                <a:gd name="connsiteX1" fmla="*/ 121 w 101945"/>
                <a:gd name="connsiteY1" fmla="*/ 17622 h 260746"/>
                <a:gd name="connsiteX2" fmla="*/ 13461 w 101945"/>
                <a:gd name="connsiteY2" fmla="*/ 57 h 260746"/>
                <a:gd name="connsiteX3" fmla="*/ 30110 w 101945"/>
                <a:gd name="connsiteY3" fmla="*/ 14007 h 260746"/>
                <a:gd name="connsiteX4" fmla="*/ 30772 w 101945"/>
                <a:gd name="connsiteY4" fmla="*/ 59728 h 260746"/>
                <a:gd name="connsiteX5" fmla="*/ 48795 w 101945"/>
                <a:gd name="connsiteY5" fmla="*/ 70268 h 260746"/>
                <a:gd name="connsiteX6" fmla="*/ 100677 w 101945"/>
                <a:gd name="connsiteY6" fmla="*/ 98984 h 260746"/>
                <a:gd name="connsiteX7" fmla="*/ 100575 w 101945"/>
                <a:gd name="connsiteY7" fmla="*/ 228510 h 260746"/>
                <a:gd name="connsiteX8" fmla="*/ 51494 w 101945"/>
                <a:gd name="connsiteY8" fmla="*/ 254476 h 260746"/>
                <a:gd name="connsiteX9" fmla="*/ 26699 w 101945"/>
                <a:gd name="connsiteY9" fmla="*/ 255087 h 260746"/>
                <a:gd name="connsiteX10" fmla="*/ 274 w 101945"/>
                <a:gd name="connsiteY10" fmla="*/ 241188 h 260746"/>
                <a:gd name="connsiteX11" fmla="*/ 121 w 101945"/>
                <a:gd name="connsiteY11" fmla="*/ 129430 h 260746"/>
                <a:gd name="connsiteX12" fmla="*/ 30670 w 101945"/>
                <a:gd name="connsiteY12" fmla="*/ 161608 h 260746"/>
                <a:gd name="connsiteX13" fmla="*/ 30975 w 101945"/>
                <a:gd name="connsiteY13" fmla="*/ 161608 h 260746"/>
                <a:gd name="connsiteX14" fmla="*/ 31230 w 101945"/>
                <a:gd name="connsiteY14" fmla="*/ 209824 h 260746"/>
                <a:gd name="connsiteX15" fmla="*/ 50424 w 101945"/>
                <a:gd name="connsiteY15" fmla="*/ 229019 h 260746"/>
                <a:gd name="connsiteX16" fmla="*/ 66412 w 101945"/>
                <a:gd name="connsiteY16" fmla="*/ 209926 h 260746"/>
                <a:gd name="connsiteX17" fmla="*/ 66463 w 101945"/>
                <a:gd name="connsiteY17" fmla="*/ 115989 h 260746"/>
                <a:gd name="connsiteX18" fmla="*/ 48541 w 101945"/>
                <a:gd name="connsiteY18" fmla="*/ 95776 h 260746"/>
                <a:gd name="connsiteX19" fmla="*/ 30874 w 101945"/>
                <a:gd name="connsiteY19" fmla="*/ 115938 h 260746"/>
                <a:gd name="connsiteX20" fmla="*/ 30670 w 101945"/>
                <a:gd name="connsiteY20" fmla="*/ 161608 h 26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1945" h="260746">
                  <a:moveTo>
                    <a:pt x="121" y="129430"/>
                  </a:moveTo>
                  <a:cubicBezTo>
                    <a:pt x="121" y="92161"/>
                    <a:pt x="121" y="54892"/>
                    <a:pt x="121" y="17622"/>
                  </a:cubicBezTo>
                  <a:cubicBezTo>
                    <a:pt x="121" y="8356"/>
                    <a:pt x="1852" y="668"/>
                    <a:pt x="13461" y="57"/>
                  </a:cubicBezTo>
                  <a:cubicBezTo>
                    <a:pt x="24204" y="-503"/>
                    <a:pt x="29499" y="3010"/>
                    <a:pt x="30110" y="14007"/>
                  </a:cubicBezTo>
                  <a:cubicBezTo>
                    <a:pt x="30924" y="29231"/>
                    <a:pt x="30059" y="44505"/>
                    <a:pt x="30772" y="59728"/>
                  </a:cubicBezTo>
                  <a:cubicBezTo>
                    <a:pt x="31535" y="76123"/>
                    <a:pt x="34539" y="77650"/>
                    <a:pt x="48795" y="70268"/>
                  </a:cubicBezTo>
                  <a:cubicBezTo>
                    <a:pt x="77715" y="55299"/>
                    <a:pt x="99302" y="66093"/>
                    <a:pt x="100677" y="98984"/>
                  </a:cubicBezTo>
                  <a:cubicBezTo>
                    <a:pt x="102459" y="142108"/>
                    <a:pt x="102306" y="185385"/>
                    <a:pt x="100575" y="228510"/>
                  </a:cubicBezTo>
                  <a:cubicBezTo>
                    <a:pt x="99455" y="256462"/>
                    <a:pt x="76492" y="267612"/>
                    <a:pt x="51494" y="254476"/>
                  </a:cubicBezTo>
                  <a:cubicBezTo>
                    <a:pt x="42787" y="249894"/>
                    <a:pt x="37543" y="242919"/>
                    <a:pt x="26699" y="255087"/>
                  </a:cubicBezTo>
                  <a:cubicBezTo>
                    <a:pt x="15854" y="267256"/>
                    <a:pt x="529" y="258499"/>
                    <a:pt x="274" y="241188"/>
                  </a:cubicBezTo>
                  <a:cubicBezTo>
                    <a:pt x="-235" y="203969"/>
                    <a:pt x="121" y="166700"/>
                    <a:pt x="121" y="129430"/>
                  </a:cubicBezTo>
                  <a:close/>
                  <a:moveTo>
                    <a:pt x="30670" y="161608"/>
                  </a:moveTo>
                  <a:cubicBezTo>
                    <a:pt x="30772" y="161608"/>
                    <a:pt x="30874" y="161608"/>
                    <a:pt x="30975" y="161608"/>
                  </a:cubicBezTo>
                  <a:cubicBezTo>
                    <a:pt x="30975" y="177697"/>
                    <a:pt x="30161" y="193837"/>
                    <a:pt x="31230" y="209824"/>
                  </a:cubicBezTo>
                  <a:cubicBezTo>
                    <a:pt x="32146" y="222909"/>
                    <a:pt x="39784" y="229376"/>
                    <a:pt x="50424" y="229019"/>
                  </a:cubicBezTo>
                  <a:cubicBezTo>
                    <a:pt x="59996" y="228663"/>
                    <a:pt x="66055" y="223011"/>
                    <a:pt x="66412" y="209926"/>
                  </a:cubicBezTo>
                  <a:cubicBezTo>
                    <a:pt x="67175" y="178614"/>
                    <a:pt x="67124" y="147301"/>
                    <a:pt x="66463" y="115989"/>
                  </a:cubicBezTo>
                  <a:cubicBezTo>
                    <a:pt x="66157" y="102446"/>
                    <a:pt x="59131" y="95878"/>
                    <a:pt x="48541" y="95776"/>
                  </a:cubicBezTo>
                  <a:cubicBezTo>
                    <a:pt x="37798" y="95674"/>
                    <a:pt x="31535" y="102038"/>
                    <a:pt x="30874" y="115938"/>
                  </a:cubicBezTo>
                  <a:cubicBezTo>
                    <a:pt x="30110" y="131111"/>
                    <a:pt x="30670" y="146334"/>
                    <a:pt x="30670" y="161608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1DD65684-B54D-61A8-C274-E54F04A5A858}"/>
                </a:ext>
              </a:extLst>
            </p:cNvPr>
            <p:cNvSpPr/>
            <p:nvPr/>
          </p:nvSpPr>
          <p:spPr>
            <a:xfrm>
              <a:off x="8120344" y="5111567"/>
              <a:ext cx="105473" cy="195574"/>
            </a:xfrm>
            <a:custGeom>
              <a:avLst/>
              <a:gdLst>
                <a:gd name="connsiteX0" fmla="*/ 105253 w 105473"/>
                <a:gd name="connsiteY0" fmla="*/ 99736 h 195574"/>
                <a:gd name="connsiteX1" fmla="*/ 105100 w 105473"/>
                <a:gd name="connsiteY1" fmla="*/ 173511 h 195574"/>
                <a:gd name="connsiteX2" fmla="*/ 98277 w 105473"/>
                <a:gd name="connsiteY2" fmla="*/ 193164 h 195574"/>
                <a:gd name="connsiteX3" fmla="*/ 72515 w 105473"/>
                <a:gd name="connsiteY3" fmla="*/ 189294 h 195574"/>
                <a:gd name="connsiteX4" fmla="*/ 52098 w 105473"/>
                <a:gd name="connsiteY4" fmla="*/ 187614 h 195574"/>
                <a:gd name="connsiteX5" fmla="*/ 28474 w 105473"/>
                <a:gd name="connsiteY5" fmla="*/ 194895 h 195574"/>
                <a:gd name="connsiteX6" fmla="*/ 5868 w 105473"/>
                <a:gd name="connsiteY6" fmla="*/ 178908 h 195574"/>
                <a:gd name="connsiteX7" fmla="*/ 420 w 105473"/>
                <a:gd name="connsiteY7" fmla="*/ 146475 h 195574"/>
                <a:gd name="connsiteX8" fmla="*/ 267 w 105473"/>
                <a:gd name="connsiteY8" fmla="*/ 21837 h 195574"/>
                <a:gd name="connsiteX9" fmla="*/ 33107 w 105473"/>
                <a:gd name="connsiteY9" fmla="*/ 3813 h 195574"/>
                <a:gd name="connsiteX10" fmla="*/ 38708 w 105473"/>
                <a:gd name="connsiteY10" fmla="*/ 16694 h 195574"/>
                <a:gd name="connsiteX11" fmla="*/ 39115 w 105473"/>
                <a:gd name="connsiteY11" fmla="*/ 70103 h 195574"/>
                <a:gd name="connsiteX12" fmla="*/ 39624 w 105473"/>
                <a:gd name="connsiteY12" fmla="*/ 148919 h 195574"/>
                <a:gd name="connsiteX13" fmla="*/ 46905 w 105473"/>
                <a:gd name="connsiteY13" fmla="*/ 163277 h 195574"/>
                <a:gd name="connsiteX14" fmla="*/ 61313 w 105473"/>
                <a:gd name="connsiteY14" fmla="*/ 154876 h 195574"/>
                <a:gd name="connsiteX15" fmla="*/ 70223 w 105473"/>
                <a:gd name="connsiteY15" fmla="*/ 121323 h 195574"/>
                <a:gd name="connsiteX16" fmla="*/ 70834 w 105473"/>
                <a:gd name="connsiteY16" fmla="*/ 19596 h 195574"/>
                <a:gd name="connsiteX17" fmla="*/ 88858 w 105473"/>
                <a:gd name="connsiteY17" fmla="*/ 1573 h 195574"/>
                <a:gd name="connsiteX18" fmla="*/ 105100 w 105473"/>
                <a:gd name="connsiteY18" fmla="*/ 18374 h 195574"/>
                <a:gd name="connsiteX19" fmla="*/ 105253 w 105473"/>
                <a:gd name="connsiteY19" fmla="*/ 99787 h 195574"/>
                <a:gd name="connsiteX20" fmla="*/ 105253 w 105473"/>
                <a:gd name="connsiteY20" fmla="*/ 99736 h 195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73" h="195574">
                  <a:moveTo>
                    <a:pt x="105253" y="99736"/>
                  </a:moveTo>
                  <a:cubicBezTo>
                    <a:pt x="105253" y="124327"/>
                    <a:pt x="105456" y="148919"/>
                    <a:pt x="105100" y="173511"/>
                  </a:cubicBezTo>
                  <a:cubicBezTo>
                    <a:pt x="104998" y="180639"/>
                    <a:pt x="108053" y="190313"/>
                    <a:pt x="98277" y="193164"/>
                  </a:cubicBezTo>
                  <a:cubicBezTo>
                    <a:pt x="89622" y="195659"/>
                    <a:pt x="78319" y="198357"/>
                    <a:pt x="72515" y="189294"/>
                  </a:cubicBezTo>
                  <a:cubicBezTo>
                    <a:pt x="65234" y="177940"/>
                    <a:pt x="59939" y="183337"/>
                    <a:pt x="52098" y="187614"/>
                  </a:cubicBezTo>
                  <a:cubicBezTo>
                    <a:pt x="44970" y="191484"/>
                    <a:pt x="36569" y="193877"/>
                    <a:pt x="28474" y="194895"/>
                  </a:cubicBezTo>
                  <a:cubicBezTo>
                    <a:pt x="16916" y="196321"/>
                    <a:pt x="8668" y="190262"/>
                    <a:pt x="5868" y="178908"/>
                  </a:cubicBezTo>
                  <a:cubicBezTo>
                    <a:pt x="3271" y="168267"/>
                    <a:pt x="573" y="157320"/>
                    <a:pt x="420" y="146475"/>
                  </a:cubicBezTo>
                  <a:cubicBezTo>
                    <a:pt x="-191" y="104929"/>
                    <a:pt x="-38" y="63383"/>
                    <a:pt x="267" y="21837"/>
                  </a:cubicBezTo>
                  <a:cubicBezTo>
                    <a:pt x="420" y="3864"/>
                    <a:pt x="17934" y="-5861"/>
                    <a:pt x="33107" y="3813"/>
                  </a:cubicBezTo>
                  <a:cubicBezTo>
                    <a:pt x="36467" y="5951"/>
                    <a:pt x="38555" y="12214"/>
                    <a:pt x="38708" y="16694"/>
                  </a:cubicBezTo>
                  <a:cubicBezTo>
                    <a:pt x="39369" y="34463"/>
                    <a:pt x="39064" y="52283"/>
                    <a:pt x="39115" y="70103"/>
                  </a:cubicBezTo>
                  <a:cubicBezTo>
                    <a:pt x="39166" y="96375"/>
                    <a:pt x="38809" y="122698"/>
                    <a:pt x="39624" y="148919"/>
                  </a:cubicBezTo>
                  <a:cubicBezTo>
                    <a:pt x="39777" y="153756"/>
                    <a:pt x="44359" y="158491"/>
                    <a:pt x="46905" y="163277"/>
                  </a:cubicBezTo>
                  <a:cubicBezTo>
                    <a:pt x="51894" y="160579"/>
                    <a:pt x="59531" y="159000"/>
                    <a:pt x="61313" y="154876"/>
                  </a:cubicBezTo>
                  <a:cubicBezTo>
                    <a:pt x="65794" y="144286"/>
                    <a:pt x="69816" y="132677"/>
                    <a:pt x="70223" y="121323"/>
                  </a:cubicBezTo>
                  <a:cubicBezTo>
                    <a:pt x="71394" y="87465"/>
                    <a:pt x="70376" y="53505"/>
                    <a:pt x="70834" y="19596"/>
                  </a:cubicBezTo>
                  <a:cubicBezTo>
                    <a:pt x="71038" y="4475"/>
                    <a:pt x="74857" y="1420"/>
                    <a:pt x="88858" y="1573"/>
                  </a:cubicBezTo>
                  <a:cubicBezTo>
                    <a:pt x="101739" y="1725"/>
                    <a:pt x="104845" y="4220"/>
                    <a:pt x="105100" y="18374"/>
                  </a:cubicBezTo>
                  <a:cubicBezTo>
                    <a:pt x="105609" y="45512"/>
                    <a:pt x="105253" y="72649"/>
                    <a:pt x="105253" y="99787"/>
                  </a:cubicBezTo>
                  <a:cubicBezTo>
                    <a:pt x="105202" y="99736"/>
                    <a:pt x="105202" y="99736"/>
                    <a:pt x="105253" y="99736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52B7CD8F-BB1D-5304-9385-67348398CD08}"/>
                </a:ext>
              </a:extLst>
            </p:cNvPr>
            <p:cNvSpPr/>
            <p:nvPr/>
          </p:nvSpPr>
          <p:spPr>
            <a:xfrm>
              <a:off x="8384662" y="5109302"/>
              <a:ext cx="106286" cy="197770"/>
            </a:xfrm>
            <a:custGeom>
              <a:avLst/>
              <a:gdLst>
                <a:gd name="connsiteX0" fmla="*/ 347 w 106286"/>
                <a:gd name="connsiteY0" fmla="*/ 97367 h 197770"/>
                <a:gd name="connsiteX1" fmla="*/ 499 w 106286"/>
                <a:gd name="connsiteY1" fmla="*/ 54192 h 197770"/>
                <a:gd name="connsiteX2" fmla="*/ 33645 w 106286"/>
                <a:gd name="connsiteY2" fmla="*/ 4296 h 197770"/>
                <a:gd name="connsiteX3" fmla="*/ 98153 w 106286"/>
                <a:gd name="connsiteY3" fmla="*/ 27716 h 197770"/>
                <a:gd name="connsiteX4" fmla="*/ 105383 w 106286"/>
                <a:gd name="connsiteY4" fmla="*/ 95076 h 197770"/>
                <a:gd name="connsiteX5" fmla="*/ 92807 w 106286"/>
                <a:gd name="connsiteY5" fmla="*/ 104699 h 197770"/>
                <a:gd name="connsiteX6" fmla="*/ 54723 w 106286"/>
                <a:gd name="connsiteY6" fmla="*/ 105056 h 197770"/>
                <a:gd name="connsiteX7" fmla="*/ 34765 w 106286"/>
                <a:gd name="connsiteY7" fmla="*/ 126287 h 197770"/>
                <a:gd name="connsiteX8" fmla="*/ 38940 w 106286"/>
                <a:gd name="connsiteY8" fmla="*/ 156072 h 197770"/>
                <a:gd name="connsiteX9" fmla="*/ 53196 w 106286"/>
                <a:gd name="connsiteY9" fmla="*/ 167477 h 197770"/>
                <a:gd name="connsiteX10" fmla="*/ 67961 w 106286"/>
                <a:gd name="connsiteY10" fmla="*/ 156123 h 197770"/>
                <a:gd name="connsiteX11" fmla="*/ 70659 w 106286"/>
                <a:gd name="connsiteY11" fmla="*/ 146500 h 197770"/>
                <a:gd name="connsiteX12" fmla="*/ 98815 w 106286"/>
                <a:gd name="connsiteY12" fmla="*/ 132753 h 197770"/>
                <a:gd name="connsiteX13" fmla="*/ 105230 w 106286"/>
                <a:gd name="connsiteY13" fmla="*/ 142325 h 197770"/>
                <a:gd name="connsiteX14" fmla="*/ 61698 w 106286"/>
                <a:gd name="connsiteY14" fmla="*/ 197567 h 197770"/>
                <a:gd name="connsiteX15" fmla="*/ 601 w 106286"/>
                <a:gd name="connsiteY15" fmla="*/ 145634 h 197770"/>
                <a:gd name="connsiteX16" fmla="*/ 398 w 106286"/>
                <a:gd name="connsiteY16" fmla="*/ 97418 h 197770"/>
                <a:gd name="connsiteX17" fmla="*/ 347 w 106286"/>
                <a:gd name="connsiteY17" fmla="*/ 97367 h 197770"/>
                <a:gd name="connsiteX18" fmla="*/ 34154 w 106286"/>
                <a:gd name="connsiteY18" fmla="*/ 57400 h 197770"/>
                <a:gd name="connsiteX19" fmla="*/ 41027 w 106286"/>
                <a:gd name="connsiteY19" fmla="*/ 75016 h 197770"/>
                <a:gd name="connsiteX20" fmla="*/ 64448 w 106286"/>
                <a:gd name="connsiteY20" fmla="*/ 75831 h 197770"/>
                <a:gd name="connsiteX21" fmla="*/ 68114 w 106286"/>
                <a:gd name="connsiteY21" fmla="*/ 40954 h 197770"/>
                <a:gd name="connsiteX22" fmla="*/ 49683 w 106286"/>
                <a:gd name="connsiteY22" fmla="*/ 31688 h 197770"/>
                <a:gd name="connsiteX23" fmla="*/ 38482 w 106286"/>
                <a:gd name="connsiteY23" fmla="*/ 40547 h 197770"/>
                <a:gd name="connsiteX24" fmla="*/ 34154 w 106286"/>
                <a:gd name="connsiteY24" fmla="*/ 57400 h 19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6286" h="197770">
                  <a:moveTo>
                    <a:pt x="347" y="97367"/>
                  </a:moveTo>
                  <a:cubicBezTo>
                    <a:pt x="347" y="82959"/>
                    <a:pt x="-417" y="68550"/>
                    <a:pt x="499" y="54192"/>
                  </a:cubicBezTo>
                  <a:cubicBezTo>
                    <a:pt x="1976" y="31535"/>
                    <a:pt x="11904" y="13969"/>
                    <a:pt x="33645" y="4296"/>
                  </a:cubicBezTo>
                  <a:cubicBezTo>
                    <a:pt x="57931" y="-6498"/>
                    <a:pt x="86494" y="3685"/>
                    <a:pt x="98153" y="27716"/>
                  </a:cubicBezTo>
                  <a:cubicBezTo>
                    <a:pt x="108641" y="49304"/>
                    <a:pt x="106350" y="72267"/>
                    <a:pt x="105383" y="95076"/>
                  </a:cubicBezTo>
                  <a:cubicBezTo>
                    <a:pt x="105077" y="102612"/>
                    <a:pt x="99222" y="104597"/>
                    <a:pt x="92807" y="104699"/>
                  </a:cubicBezTo>
                  <a:cubicBezTo>
                    <a:pt x="80129" y="104903"/>
                    <a:pt x="67401" y="104597"/>
                    <a:pt x="54723" y="105056"/>
                  </a:cubicBezTo>
                  <a:cubicBezTo>
                    <a:pt x="36649" y="105717"/>
                    <a:pt x="34612" y="107550"/>
                    <a:pt x="34765" y="126287"/>
                  </a:cubicBezTo>
                  <a:cubicBezTo>
                    <a:pt x="34867" y="136317"/>
                    <a:pt x="35681" y="146805"/>
                    <a:pt x="38940" y="156072"/>
                  </a:cubicBezTo>
                  <a:cubicBezTo>
                    <a:pt x="40722" y="161214"/>
                    <a:pt x="48308" y="167477"/>
                    <a:pt x="53196" y="167477"/>
                  </a:cubicBezTo>
                  <a:cubicBezTo>
                    <a:pt x="58236" y="167426"/>
                    <a:pt x="63633" y="160756"/>
                    <a:pt x="67961" y="156123"/>
                  </a:cubicBezTo>
                  <a:cubicBezTo>
                    <a:pt x="69998" y="153984"/>
                    <a:pt x="69743" y="149758"/>
                    <a:pt x="70659" y="146500"/>
                  </a:cubicBezTo>
                  <a:cubicBezTo>
                    <a:pt x="74478" y="132804"/>
                    <a:pt x="86341" y="126694"/>
                    <a:pt x="98815" y="132753"/>
                  </a:cubicBezTo>
                  <a:cubicBezTo>
                    <a:pt x="101870" y="134230"/>
                    <a:pt x="104925" y="138863"/>
                    <a:pt x="105230" y="142325"/>
                  </a:cubicBezTo>
                  <a:cubicBezTo>
                    <a:pt x="107165" y="164473"/>
                    <a:pt x="94131" y="195480"/>
                    <a:pt x="61698" y="197567"/>
                  </a:cubicBezTo>
                  <a:cubicBezTo>
                    <a:pt x="25651" y="199909"/>
                    <a:pt x="3351" y="181987"/>
                    <a:pt x="601" y="145634"/>
                  </a:cubicBezTo>
                  <a:cubicBezTo>
                    <a:pt x="-621" y="129647"/>
                    <a:pt x="398" y="113507"/>
                    <a:pt x="398" y="97418"/>
                  </a:cubicBezTo>
                  <a:cubicBezTo>
                    <a:pt x="398" y="97367"/>
                    <a:pt x="347" y="97367"/>
                    <a:pt x="347" y="97367"/>
                  </a:cubicBezTo>
                  <a:close/>
                  <a:moveTo>
                    <a:pt x="34154" y="57400"/>
                  </a:moveTo>
                  <a:cubicBezTo>
                    <a:pt x="35885" y="62338"/>
                    <a:pt x="36343" y="72368"/>
                    <a:pt x="41027" y="75016"/>
                  </a:cubicBezTo>
                  <a:cubicBezTo>
                    <a:pt x="47137" y="78529"/>
                    <a:pt x="57167" y="78020"/>
                    <a:pt x="64448" y="75831"/>
                  </a:cubicBezTo>
                  <a:cubicBezTo>
                    <a:pt x="71779" y="73590"/>
                    <a:pt x="73307" y="51188"/>
                    <a:pt x="68114" y="40954"/>
                  </a:cubicBezTo>
                  <a:cubicBezTo>
                    <a:pt x="64244" y="33317"/>
                    <a:pt x="57829" y="29346"/>
                    <a:pt x="49683" y="31688"/>
                  </a:cubicBezTo>
                  <a:cubicBezTo>
                    <a:pt x="45355" y="32910"/>
                    <a:pt x="40874" y="36677"/>
                    <a:pt x="38482" y="40547"/>
                  </a:cubicBezTo>
                  <a:cubicBezTo>
                    <a:pt x="35987" y="44467"/>
                    <a:pt x="35885" y="49966"/>
                    <a:pt x="34154" y="57400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DAC334F8-57A0-68BA-738E-F300C34211AC}"/>
                </a:ext>
              </a:extLst>
            </p:cNvPr>
            <p:cNvSpPr/>
            <p:nvPr/>
          </p:nvSpPr>
          <p:spPr>
            <a:xfrm>
              <a:off x="8007538" y="5046690"/>
              <a:ext cx="117717" cy="260895"/>
            </a:xfrm>
            <a:custGeom>
              <a:avLst/>
              <a:gdLst>
                <a:gd name="connsiteX0" fmla="*/ 40062 w 117717"/>
                <a:gd name="connsiteY0" fmla="*/ 145367 h 260895"/>
                <a:gd name="connsiteX1" fmla="*/ 39960 w 117717"/>
                <a:gd name="connsiteY1" fmla="*/ 56318 h 260895"/>
                <a:gd name="connsiteX2" fmla="*/ 19798 w 117717"/>
                <a:gd name="connsiteY2" fmla="*/ 35189 h 260895"/>
                <a:gd name="connsiteX3" fmla="*/ 43 w 117717"/>
                <a:gd name="connsiteY3" fmla="*/ 19150 h 260895"/>
                <a:gd name="connsiteX4" fmla="*/ 17151 w 117717"/>
                <a:gd name="connsiteY4" fmla="*/ 414 h 260895"/>
                <a:gd name="connsiteX5" fmla="*/ 101108 w 117717"/>
                <a:gd name="connsiteY5" fmla="*/ 465 h 260895"/>
                <a:gd name="connsiteX6" fmla="*/ 117706 w 117717"/>
                <a:gd name="connsiteY6" fmla="*/ 17216 h 260895"/>
                <a:gd name="connsiteX7" fmla="*/ 102075 w 117717"/>
                <a:gd name="connsiteY7" fmla="*/ 34679 h 260895"/>
                <a:gd name="connsiteX8" fmla="*/ 94438 w 117717"/>
                <a:gd name="connsiteY8" fmla="*/ 34883 h 260895"/>
                <a:gd name="connsiteX9" fmla="*/ 75804 w 117717"/>
                <a:gd name="connsiteY9" fmla="*/ 55096 h 260895"/>
                <a:gd name="connsiteX10" fmla="*/ 75702 w 117717"/>
                <a:gd name="connsiteY10" fmla="*/ 72916 h 260895"/>
                <a:gd name="connsiteX11" fmla="*/ 75702 w 117717"/>
                <a:gd name="connsiteY11" fmla="*/ 225558 h 260895"/>
                <a:gd name="connsiteX12" fmla="*/ 75600 w 117717"/>
                <a:gd name="connsiteY12" fmla="*/ 240832 h 260895"/>
                <a:gd name="connsiteX13" fmla="*/ 46223 w 117717"/>
                <a:gd name="connsiteY13" fmla="*/ 257430 h 260895"/>
                <a:gd name="connsiteX14" fmla="*/ 40418 w 117717"/>
                <a:gd name="connsiteY14" fmla="*/ 242054 h 260895"/>
                <a:gd name="connsiteX15" fmla="*/ 40062 w 117717"/>
                <a:gd name="connsiteY15" fmla="*/ 165733 h 260895"/>
                <a:gd name="connsiteX16" fmla="*/ 40062 w 117717"/>
                <a:gd name="connsiteY16" fmla="*/ 145367 h 260895"/>
                <a:gd name="connsiteX17" fmla="*/ 40062 w 117717"/>
                <a:gd name="connsiteY17" fmla="*/ 145367 h 26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717" h="260895">
                  <a:moveTo>
                    <a:pt x="40062" y="145367"/>
                  </a:moveTo>
                  <a:cubicBezTo>
                    <a:pt x="40062" y="115684"/>
                    <a:pt x="40367" y="86001"/>
                    <a:pt x="39960" y="56318"/>
                  </a:cubicBezTo>
                  <a:cubicBezTo>
                    <a:pt x="39705" y="37429"/>
                    <a:pt x="39044" y="37225"/>
                    <a:pt x="19798" y="35189"/>
                  </a:cubicBezTo>
                  <a:cubicBezTo>
                    <a:pt x="1927" y="33305"/>
                    <a:pt x="400" y="32083"/>
                    <a:pt x="43" y="19150"/>
                  </a:cubicBezTo>
                  <a:cubicBezTo>
                    <a:pt x="-415" y="4691"/>
                    <a:pt x="2589" y="668"/>
                    <a:pt x="17151" y="414"/>
                  </a:cubicBezTo>
                  <a:cubicBezTo>
                    <a:pt x="45102" y="-146"/>
                    <a:pt x="73105" y="-146"/>
                    <a:pt x="101108" y="465"/>
                  </a:cubicBezTo>
                  <a:cubicBezTo>
                    <a:pt x="114906" y="770"/>
                    <a:pt x="117503" y="4232"/>
                    <a:pt x="117706" y="17216"/>
                  </a:cubicBezTo>
                  <a:cubicBezTo>
                    <a:pt x="117910" y="30453"/>
                    <a:pt x="115415" y="33305"/>
                    <a:pt x="102075" y="34679"/>
                  </a:cubicBezTo>
                  <a:cubicBezTo>
                    <a:pt x="99530" y="34934"/>
                    <a:pt x="96984" y="34679"/>
                    <a:pt x="94438" y="34883"/>
                  </a:cubicBezTo>
                  <a:cubicBezTo>
                    <a:pt x="77688" y="36410"/>
                    <a:pt x="76618" y="37531"/>
                    <a:pt x="75804" y="55096"/>
                  </a:cubicBezTo>
                  <a:cubicBezTo>
                    <a:pt x="75498" y="61002"/>
                    <a:pt x="75702" y="66959"/>
                    <a:pt x="75702" y="72916"/>
                  </a:cubicBezTo>
                  <a:cubicBezTo>
                    <a:pt x="75702" y="123780"/>
                    <a:pt x="75702" y="174694"/>
                    <a:pt x="75702" y="225558"/>
                  </a:cubicBezTo>
                  <a:cubicBezTo>
                    <a:pt x="75702" y="230649"/>
                    <a:pt x="75905" y="235741"/>
                    <a:pt x="75600" y="240832"/>
                  </a:cubicBezTo>
                  <a:cubicBezTo>
                    <a:pt x="74735" y="257227"/>
                    <a:pt x="59613" y="266289"/>
                    <a:pt x="46223" y="257430"/>
                  </a:cubicBezTo>
                  <a:cubicBezTo>
                    <a:pt x="42455" y="254936"/>
                    <a:pt x="40520" y="247349"/>
                    <a:pt x="40418" y="242054"/>
                  </a:cubicBezTo>
                  <a:cubicBezTo>
                    <a:pt x="39807" y="216648"/>
                    <a:pt x="40113" y="191191"/>
                    <a:pt x="40062" y="165733"/>
                  </a:cubicBezTo>
                  <a:cubicBezTo>
                    <a:pt x="40062" y="158962"/>
                    <a:pt x="40062" y="152190"/>
                    <a:pt x="40062" y="145367"/>
                  </a:cubicBezTo>
                  <a:cubicBezTo>
                    <a:pt x="40062" y="145367"/>
                    <a:pt x="40062" y="145367"/>
                    <a:pt x="40062" y="145367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BFD29EE9-DF8C-37AE-B46A-9F2E7EB90AC2}"/>
                </a:ext>
              </a:extLst>
            </p:cNvPr>
            <p:cNvSpPr/>
            <p:nvPr/>
          </p:nvSpPr>
          <p:spPr>
            <a:xfrm>
              <a:off x="8220856" y="4730919"/>
              <a:ext cx="36679" cy="160046"/>
            </a:xfrm>
            <a:custGeom>
              <a:avLst/>
              <a:gdLst>
                <a:gd name="connsiteX0" fmla="*/ 209 w 36679"/>
                <a:gd name="connsiteY0" fmla="*/ 78974 h 160046"/>
                <a:gd name="connsiteX1" fmla="*/ 362 w 36679"/>
                <a:gd name="connsiteY1" fmla="*/ 25565 h 160046"/>
                <a:gd name="connsiteX2" fmla="*/ 18844 w 36679"/>
                <a:gd name="connsiteY2" fmla="*/ 6 h 160046"/>
                <a:gd name="connsiteX3" fmla="*/ 36409 w 36679"/>
                <a:gd name="connsiteY3" fmla="*/ 26278 h 160046"/>
                <a:gd name="connsiteX4" fmla="*/ 36511 w 36679"/>
                <a:gd name="connsiteY4" fmla="*/ 130601 h 160046"/>
                <a:gd name="connsiteX5" fmla="*/ 35951 w 36679"/>
                <a:gd name="connsiteY5" fmla="*/ 138188 h 160046"/>
                <a:gd name="connsiteX6" fmla="*/ 18793 w 36679"/>
                <a:gd name="connsiteY6" fmla="*/ 160030 h 160046"/>
                <a:gd name="connsiteX7" fmla="*/ 260 w 36679"/>
                <a:gd name="connsiteY7" fmla="*/ 137526 h 160046"/>
                <a:gd name="connsiteX8" fmla="*/ 56 w 36679"/>
                <a:gd name="connsiteY8" fmla="*/ 122252 h 160046"/>
                <a:gd name="connsiteX9" fmla="*/ 56 w 36679"/>
                <a:gd name="connsiteY9" fmla="*/ 78974 h 160046"/>
                <a:gd name="connsiteX10" fmla="*/ 209 w 36679"/>
                <a:gd name="connsiteY10" fmla="*/ 78974 h 16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79" h="160046">
                  <a:moveTo>
                    <a:pt x="209" y="78974"/>
                  </a:moveTo>
                  <a:cubicBezTo>
                    <a:pt x="209" y="61154"/>
                    <a:pt x="-351" y="43334"/>
                    <a:pt x="362" y="25565"/>
                  </a:cubicBezTo>
                  <a:cubicBezTo>
                    <a:pt x="1126" y="7847"/>
                    <a:pt x="7643" y="-249"/>
                    <a:pt x="18844" y="6"/>
                  </a:cubicBezTo>
                  <a:cubicBezTo>
                    <a:pt x="30096" y="260"/>
                    <a:pt x="36104" y="8152"/>
                    <a:pt x="36409" y="26278"/>
                  </a:cubicBezTo>
                  <a:cubicBezTo>
                    <a:pt x="36918" y="61052"/>
                    <a:pt x="36562" y="95827"/>
                    <a:pt x="36511" y="130601"/>
                  </a:cubicBezTo>
                  <a:cubicBezTo>
                    <a:pt x="36511" y="133147"/>
                    <a:pt x="36358" y="135693"/>
                    <a:pt x="35951" y="138188"/>
                  </a:cubicBezTo>
                  <a:cubicBezTo>
                    <a:pt x="33609" y="152749"/>
                    <a:pt x="28161" y="159674"/>
                    <a:pt x="18793" y="160030"/>
                  </a:cubicBezTo>
                  <a:cubicBezTo>
                    <a:pt x="7643" y="160437"/>
                    <a:pt x="1533" y="153106"/>
                    <a:pt x="260" y="137526"/>
                  </a:cubicBezTo>
                  <a:cubicBezTo>
                    <a:pt x="-147" y="132485"/>
                    <a:pt x="56" y="127343"/>
                    <a:pt x="56" y="122252"/>
                  </a:cubicBezTo>
                  <a:cubicBezTo>
                    <a:pt x="56" y="107843"/>
                    <a:pt x="56" y="93434"/>
                    <a:pt x="56" y="78974"/>
                  </a:cubicBezTo>
                  <a:cubicBezTo>
                    <a:pt x="107" y="78974"/>
                    <a:pt x="158" y="78974"/>
                    <a:pt x="209" y="78974"/>
                  </a:cubicBezTo>
                  <a:close/>
                </a:path>
              </a:pathLst>
            </a:custGeom>
            <a:solidFill>
              <a:srgbClr val="FFFFFF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47F82C-7C57-3D0A-CF69-29B4A2231810}"/>
                </a:ext>
              </a:extLst>
            </p:cNvPr>
            <p:cNvSpPr/>
            <p:nvPr/>
          </p:nvSpPr>
          <p:spPr>
            <a:xfrm>
              <a:off x="8418816" y="5140293"/>
              <a:ext cx="37039" cy="46502"/>
            </a:xfrm>
            <a:custGeom>
              <a:avLst/>
              <a:gdLst>
                <a:gd name="connsiteX0" fmla="*/ 0 w 37039"/>
                <a:gd name="connsiteY0" fmla="*/ 26409 h 46502"/>
                <a:gd name="connsiteX1" fmla="*/ 4328 w 37039"/>
                <a:gd name="connsiteY1" fmla="*/ 9505 h 46502"/>
                <a:gd name="connsiteX2" fmla="*/ 15529 w 37039"/>
                <a:gd name="connsiteY2" fmla="*/ 646 h 46502"/>
                <a:gd name="connsiteX3" fmla="*/ 33960 w 37039"/>
                <a:gd name="connsiteY3" fmla="*/ 9912 h 46502"/>
                <a:gd name="connsiteX4" fmla="*/ 30294 w 37039"/>
                <a:gd name="connsiteY4" fmla="*/ 44789 h 46502"/>
                <a:gd name="connsiteX5" fmla="*/ 6874 w 37039"/>
                <a:gd name="connsiteY5" fmla="*/ 43974 h 46502"/>
                <a:gd name="connsiteX6" fmla="*/ 0 w 37039"/>
                <a:gd name="connsiteY6" fmla="*/ 26409 h 4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9" h="46502">
                  <a:moveTo>
                    <a:pt x="0" y="26409"/>
                  </a:moveTo>
                  <a:cubicBezTo>
                    <a:pt x="1731" y="18975"/>
                    <a:pt x="1833" y="13527"/>
                    <a:pt x="4328" y="9505"/>
                  </a:cubicBezTo>
                  <a:cubicBezTo>
                    <a:pt x="6721" y="5636"/>
                    <a:pt x="11201" y="1868"/>
                    <a:pt x="15529" y="646"/>
                  </a:cubicBezTo>
                  <a:cubicBezTo>
                    <a:pt x="23675" y="-1645"/>
                    <a:pt x="30090" y="2326"/>
                    <a:pt x="33960" y="9912"/>
                  </a:cubicBezTo>
                  <a:cubicBezTo>
                    <a:pt x="39153" y="20146"/>
                    <a:pt x="37677" y="42599"/>
                    <a:pt x="30294" y="44789"/>
                  </a:cubicBezTo>
                  <a:cubicBezTo>
                    <a:pt x="23013" y="46978"/>
                    <a:pt x="12983" y="47436"/>
                    <a:pt x="6874" y="43974"/>
                  </a:cubicBezTo>
                  <a:cubicBezTo>
                    <a:pt x="2190" y="41377"/>
                    <a:pt x="1731" y="31347"/>
                    <a:pt x="0" y="26409"/>
                  </a:cubicBezTo>
                  <a:close/>
                </a:path>
              </a:pathLst>
            </a:custGeom>
            <a:solidFill>
              <a:srgbClr val="000000"/>
            </a:solidFill>
            <a:ln w="3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BEB700F-350E-3AC8-2B98-90CF159F2B41}"/>
              </a:ext>
            </a:extLst>
          </p:cNvPr>
          <p:cNvGrpSpPr/>
          <p:nvPr userDrawn="1"/>
        </p:nvGrpSpPr>
        <p:grpSpPr>
          <a:xfrm>
            <a:off x="9339309" y="-381740"/>
            <a:ext cx="1766656" cy="2272683"/>
            <a:chOff x="9339309" y="-381740"/>
            <a:chExt cx="1766656" cy="2272683"/>
          </a:xfrm>
        </p:grpSpPr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D06ABE30-0448-34DE-1E57-CDF0C41B3D50}"/>
                </a:ext>
              </a:extLst>
            </p:cNvPr>
            <p:cNvSpPr/>
            <p:nvPr userDrawn="1"/>
          </p:nvSpPr>
          <p:spPr>
            <a:xfrm>
              <a:off x="9339309" y="-381740"/>
              <a:ext cx="1766656" cy="227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483A481B-7717-87F4-1430-0566803BBD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20446" y="624233"/>
              <a:ext cx="1050154" cy="71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13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Kunst, Im Haus, Architektur enthält.&#10;&#10;KI-generierte Inhalte können fehlerhaft sein.">
            <a:extLst>
              <a:ext uri="{FF2B5EF4-FFF2-40B4-BE49-F238E27FC236}">
                <a16:creationId xmlns:a16="http://schemas.microsoft.com/office/drawing/2014/main" id="{B63BF498-1677-6D59-6A7B-4124B0DD94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platzhalter 21">
            <a:extLst>
              <a:ext uri="{FF2B5EF4-FFF2-40B4-BE49-F238E27FC236}">
                <a16:creationId xmlns:a16="http://schemas.microsoft.com/office/drawing/2014/main" id="{85FE7F70-28F0-5636-097B-1B8507B957C0}"/>
              </a:ext>
            </a:extLst>
          </p:cNvPr>
          <p:cNvSpPr txBox="1">
            <a:spLocks/>
          </p:cNvSpPr>
          <p:nvPr userDrawn="1"/>
        </p:nvSpPr>
        <p:spPr>
          <a:xfrm>
            <a:off x="988281" y="5216525"/>
            <a:ext cx="3802062" cy="7600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1E3A5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15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A95ED1-4E35-4943-925B-EC4ED2DF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5328E-DB15-4A95-B5CD-A6F728EE5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092A25CB-A7DB-3535-6DA4-B032F3703D3A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2829" y="6163174"/>
            <a:ext cx="710719" cy="4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2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3" r:id="rId3"/>
    <p:sldLayoutId id="2147483669" r:id="rId4"/>
    <p:sldLayoutId id="2147483679" r:id="rId5"/>
    <p:sldLayoutId id="2147483674" r:id="rId6"/>
    <p:sldLayoutId id="2147483678" r:id="rId7"/>
    <p:sldLayoutId id="2147483668" r:id="rId8"/>
    <p:sldLayoutId id="2147483672" r:id="rId9"/>
    <p:sldLayoutId id="2147483677" r:id="rId10"/>
    <p:sldLayoutId id="2147483675" r:id="rId11"/>
    <p:sldLayoutId id="2147483680" r:id="rId12"/>
    <p:sldLayoutId id="2147483682" r:id="rId13"/>
    <p:sldLayoutId id="2147483683" r:id="rId14"/>
    <p:sldLayoutId id="2147483670" r:id="rId15"/>
    <p:sldLayoutId id="2147483671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4328340-BCAA-7C58-9CDE-83ACE972DE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87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524493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ORODUR_MasterNEU" id="{A0A39A4B-CADF-4AFE-84D8-A8838BE9682C}" vid="{5D961E5E-188B-4C07-98CD-4C790B0A059D}"/>
    </a:ext>
  </a:extLst>
</a:theme>
</file>

<file path=ppt/theme/theme2.xml><?xml version="1.0" encoding="utf-8"?>
<a:theme xmlns:a="http://schemas.openxmlformats.org/drawingml/2006/main" name="Korodur 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ORODUR_MasterNEU" id="{A0A39A4B-CADF-4AFE-84D8-A8838BE9682C}" vid="{2F86EBE1-278B-4354-A40E-360900A73FE9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onderpreisvereinbarung" ma:contentTypeID="0x01010099D6E42DCC602F45BAE9D57B6A4CB8B10300DFE6D0D3CE236741AEA79A2207F5018F" ma:contentTypeVersion="16" ma:contentTypeDescription="" ma:contentTypeScope="" ma:versionID="f021c6e7ed3a8af56e489ada5de3f304">
  <xsd:schema xmlns:xsd="http://www.w3.org/2001/XMLSchema" xmlns:xs="http://www.w3.org/2001/XMLSchema" xmlns:p="http://schemas.microsoft.com/office/2006/metadata/properties" xmlns:ns2="cc0d9efb-30e3-4667-a8f0-1aed00775ede" xmlns:ns3="e467fc4f-3d78-4954-a172-295d372b256d" xmlns:ns4="fed499a1-c42c-4eba-a55d-a3005a628c16" targetNamespace="http://schemas.microsoft.com/office/2006/metadata/properties" ma:root="true" ma:fieldsID="96a4d51b1dc6a3e239e6ff7429a4c888" ns2:_="" ns3:_="" ns4:_="">
    <xsd:import namespace="cc0d9efb-30e3-4667-a8f0-1aed00775ede"/>
    <xsd:import namespace="e467fc4f-3d78-4954-a172-295d372b256d"/>
    <xsd:import namespace="fed499a1-c42c-4eba-a55d-a3005a628c16"/>
    <xsd:element name="properties">
      <xsd:complexType>
        <xsd:sequence>
          <xsd:element name="documentManagement">
            <xsd:complexType>
              <xsd:all>
                <xsd:element ref="ns2:Entwurf" minOccurs="0"/>
                <xsd:element ref="ns2:_dlc_DocId" minOccurs="0"/>
                <xsd:element ref="ns2:_dlc_DocIdUrl" minOccurs="0"/>
                <xsd:element ref="ns2:_dlc_DocIdPersistId" minOccurs="0"/>
                <xsd:element ref="ns2:k1d7423b63fb41f3981a1f5c5f8f052c" minOccurs="0"/>
                <xsd:element ref="ns2:TaxCatchAll" minOccurs="0"/>
                <xsd:element ref="ns2:TaxCatchAllLabel" minOccurs="0"/>
                <xsd:element ref="ns2:e7d7db886d714ceea6a66c99f5631a32" minOccurs="0"/>
                <xsd:element ref="ns2:mcf8fb793e8a45988810e3619c0c40e7" minOccurs="0"/>
                <xsd:element ref="ns2:p7e9b3b508544dc684458a838e4c6bbc" minOccurs="0"/>
                <xsd:element ref="ns3:ma3914de10ad42edbdbc1e38732411fc" minOccurs="0"/>
                <xsd:element ref="ns2:SharedWithUsers" minOccurs="0"/>
                <xsd:element ref="ns2:SharedWithDetails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0d9efb-30e3-4667-a8f0-1aed00775ede" elementFormDefault="qualified">
    <xsd:import namespace="http://schemas.microsoft.com/office/2006/documentManagement/types"/>
    <xsd:import namespace="http://schemas.microsoft.com/office/infopath/2007/PartnerControls"/>
    <xsd:element name="Entwurf" ma:index="4" nillable="true" ma:displayName="Entwurf" ma:default="0" ma:description="Rohdokument für die PDF-Version" ma:internalName="Entwurf">
      <xsd:simpleType>
        <xsd:restriction base="dms:Boolean"/>
      </xsd:simpleType>
    </xsd:element>
    <xsd:element name="_dlc_DocId" ma:index="5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6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7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k1d7423b63fb41f3981a1f5c5f8f052c" ma:index="8" nillable="true" ma:taxonomy="true" ma:internalName="k1d7423b63fb41f3981a1f5c5f8f052c" ma:taxonomyFieldName="Dokumentensprache" ma:displayName="Dokumentensprache" ma:default="" ma:fieldId="{41d7423b-63fb-41f3-981a-1f5c5f8f052c}" ma:sspId="fe0f33e1-b1fe-456a-a485-8fc4a6009a85" ma:termSetId="65de797d-b540-4d13-802e-b6c2d2282ea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fe76d469-8006-41cd-9443-fe7c60e85539}" ma:internalName="TaxCatchAll" ma:showField="CatchAllData" ma:web="cc0d9efb-30e3-4667-a8f0-1aed00775e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fe76d469-8006-41cd-9443-fe7c60e85539}" ma:internalName="TaxCatchAllLabel" ma:readOnly="true" ma:showField="CatchAllDataLabel" ma:web="cc0d9efb-30e3-4667-a8f0-1aed00775e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7d7db886d714ceea6a66c99f5631a32" ma:index="15" nillable="true" ma:taxonomy="true" ma:internalName="e7d7db886d714ceea6a66c99f5631a32" ma:taxonomyFieldName="Dokumententyp" ma:displayName="Dokumententyp" ma:default="" ma:fieldId="{e7d7db88-6d71-4cee-a6a6-6c99f5631a32}" ma:sspId="fe0f33e1-b1fe-456a-a485-8fc4a6009a85" ma:termSetId="267e3afb-76a5-4f9b-857a-83cb4eb25cf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cf8fb793e8a45988810e3619c0c40e7" ma:index="18" nillable="true" ma:taxonomy="true" ma:internalName="mcf8fb793e8a45988810e3619c0c40e7" ma:taxonomyFieldName="LP_x0020_Position" ma:displayName="LP Position" ma:default="" ma:fieldId="{6cf8fb79-3e8a-4598-8810-e3619c0c40e7}" ma:sspId="fe0f33e1-b1fe-456a-a485-8fc4a6009a85" ma:termSetId="4528b728-35cf-4fa3-bbf3-ea5d64d00e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7e9b3b508544dc684458a838e4c6bbc" ma:index="20" nillable="true" ma:taxonomy="true" ma:internalName="p7e9b3b508544dc684458a838e4c6bbc" ma:taxonomyFieldName="Bereich_x002d_Abteilung" ma:displayName="Bereich-Abteilung" ma:default="" ma:fieldId="{97e9b3b5-0854-4dc6-8445-8a838e4c6bbc}" ma:taxonomyMulti="true" ma:sspId="fe0f33e1-b1fe-456a-a485-8fc4a6009a85" ma:termSetId="3f0aef2b-7aee-4c26-84a8-936adcd1e1d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3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Freigegeben für -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7fc4f-3d78-4954-a172-295d372b256d" elementFormDefault="qualified">
    <xsd:import namespace="http://schemas.microsoft.com/office/2006/documentManagement/types"/>
    <xsd:import namespace="http://schemas.microsoft.com/office/infopath/2007/PartnerControls"/>
    <xsd:element name="ma3914de10ad42edbdbc1e38732411fc" ma:index="22" nillable="true" ma:displayName="Protokolltyp_0" ma:hidden="true" ma:internalName="ma3914de10ad42edbdbc1e38732411fc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499a1-c42c-4eba-a55d-a3005a628c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cf8fb793e8a45988810e3619c0c40e7 xmlns="cc0d9efb-30e3-4667-a8f0-1aed00775ede">
      <Terms xmlns="http://schemas.microsoft.com/office/infopath/2007/PartnerControls"/>
    </mcf8fb793e8a45988810e3619c0c40e7>
    <e7d7db886d714ceea6a66c99f5631a32 xmlns="cc0d9efb-30e3-4667-a8f0-1aed00775ede">
      <Terms xmlns="http://schemas.microsoft.com/office/infopath/2007/PartnerControls"/>
    </e7d7db886d714ceea6a66c99f5631a32>
    <Entwurf xmlns="cc0d9efb-30e3-4667-a8f0-1aed00775ede">false</Entwurf>
    <k1d7423b63fb41f3981a1f5c5f8f052c xmlns="cc0d9efb-30e3-4667-a8f0-1aed00775ede">
      <Terms xmlns="http://schemas.microsoft.com/office/infopath/2007/PartnerControls"/>
    </k1d7423b63fb41f3981a1f5c5f8f052c>
    <p7e9b3b508544dc684458a838e4c6bbc xmlns="cc0d9efb-30e3-4667-a8f0-1aed00775ede">
      <Terms xmlns="http://schemas.microsoft.com/office/infopath/2007/PartnerControls"/>
    </p7e9b3b508544dc684458a838e4c6bbc>
    <ma3914de10ad42edbdbc1e38732411fc xmlns="e467fc4f-3d78-4954-a172-295d372b256d" xsi:nil="true"/>
    <TaxCatchAll xmlns="cc0d9efb-30e3-4667-a8f0-1aed00775ede" xsi:nil="true"/>
    <_dlc_DocId xmlns="cc0d9efb-30e3-4667-a8f0-1aed00775ede">KR745WMFY5FT-12-145</_dlc_DocId>
    <_dlc_DocIdUrl xmlns="cc0d9efb-30e3-4667-a8f0-1aed00775ede">
      <Url>https://korodurwestphal.sharepoint.com/Mediencenter/_layouts/15/DocIdRedir.aspx?ID=KR745WMFY5FT-12-145</Url>
      <Description>KR745WMFY5FT-12-145</Description>
    </_dlc_DocIdUrl>
  </documentManagement>
</p:properties>
</file>

<file path=customXml/itemProps1.xml><?xml version="1.0" encoding="utf-8"?>
<ds:datastoreItem xmlns:ds="http://schemas.openxmlformats.org/officeDocument/2006/customXml" ds:itemID="{AC4D13F7-110B-458A-BB62-B0978AF815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0580B0-51FB-495A-8CD6-A8883451000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919BFC9-E31A-447F-8C6D-59CC6DB629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0d9efb-30e3-4667-a8f0-1aed00775ede"/>
    <ds:schemaRef ds:uri="e467fc4f-3d78-4954-a172-295d372b256d"/>
    <ds:schemaRef ds:uri="fed499a1-c42c-4eba-a55d-a3005a628c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13CD801-3050-4EB8-8CC8-6E68D44ABCB5}">
  <ds:schemaRefs>
    <ds:schemaRef ds:uri="http://purl.org/dc/elements/1.1/"/>
    <ds:schemaRef ds:uri="http://purl.org/dc/dcmitype/"/>
    <ds:schemaRef ds:uri="ce2cbdb0-241a-47c7-8bc6-357e1d1ebbd7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a7dc62a6-bb92-4606-b1c7-cbf95d6c46bb"/>
    <ds:schemaRef ds:uri="http://schemas.microsoft.com/office/2006/metadata/properties"/>
    <ds:schemaRef ds:uri="http://purl.org/dc/terms/"/>
    <ds:schemaRef ds:uri="cc0d9efb-30e3-4667-a8f0-1aed00775ede"/>
    <ds:schemaRef ds:uri="e467fc4f-3d78-4954-a172-295d372b256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KORODUR_MasterNEU</Template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Benutzerdefiniertes Design</vt:lpstr>
      <vt:lpstr>Korodur Master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Donhauser Anna</dc:creator>
  <cp:lastModifiedBy>Kaminski Ekaterina</cp:lastModifiedBy>
  <cp:revision>1</cp:revision>
  <cp:lastPrinted>2023-10-31T16:41:25Z</cp:lastPrinted>
  <dcterms:created xsi:type="dcterms:W3CDTF">2025-11-27T13:08:28Z</dcterms:created>
  <dcterms:modified xsi:type="dcterms:W3CDTF">2025-12-01T09:08:50Z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0x01010099D6E42DCC602F45BAE9D57B6A4CB8B10300DFE6D0D3CE236741AEA79A2207F5018F</vt:lpwstr>
  </property>
  <property fmtid="{D5CDD505-2E9C-101B-9397-08002B2CF9AE}" pid="3" name="_dlc_DocIdItemGuid">
    <vt:lpwstr>397a927b-712c-4c7a-baa2-15d2c78ace32</vt:lpwstr>
  </property>
</Properties>
</file>